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77" r:id="rId2"/>
    <p:sldId id="278" r:id="rId3"/>
    <p:sldId id="3253" r:id="rId4"/>
    <p:sldId id="3254" r:id="rId5"/>
    <p:sldId id="3252" r:id="rId6"/>
    <p:sldId id="279" r:id="rId7"/>
    <p:sldId id="325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54BBB8-0222-47C6-80FB-36D85266BD8A}">
          <p14:sldIdLst>
            <p14:sldId id="277"/>
            <p14:sldId id="278"/>
            <p14:sldId id="3253"/>
            <p14:sldId id="3254"/>
            <p14:sldId id="3252"/>
          </p14:sldIdLst>
        </p14:section>
        <p14:section name="Welcome" id="{7BE3BFC3-919F-46DF-BA07-36331E6924CC}">
          <p14:sldIdLst>
            <p14:sldId id="279"/>
            <p14:sldId id="32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80F327-47ED-0F68-45B7-A14177BD5FAB}" v="1" dt="2025-03-26T18:27:05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DE506-9FA2-4C72-8E54-5CDA8EDBD259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8E8C3-711E-4AA2-8BF3-17DE1ECF14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06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Slide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8E5A-B554-4523-5024-A26C5A9F1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375" y="1122361"/>
            <a:ext cx="6096804" cy="2038526"/>
          </a:xfrm>
        </p:spPr>
        <p:txBody>
          <a:bodyPr anchor="b"/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D0925-F67A-00AB-C4DA-6AE6526751E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375" y="3376257"/>
            <a:ext cx="6096804" cy="1655758"/>
          </a:xfrm>
        </p:spPr>
        <p:txBody>
          <a:bodyPr/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236C793-2FE5-AB88-60F1-05F128AB2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13" y="2620094"/>
            <a:ext cx="7075200" cy="53064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3483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Slide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FAC9-623C-4E02-6158-3D7F96C57F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8" y="1709746"/>
            <a:ext cx="5824593" cy="2852735"/>
          </a:xfrm>
        </p:spPr>
        <p:txBody>
          <a:bodyPr anchor="b"/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859B3-8DE8-3657-B522-2423E946275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1848" y="4589465"/>
            <a:ext cx="5824593" cy="1500182"/>
          </a:xfrm>
        </p:spPr>
        <p:txBody>
          <a:bodyPr/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89B8490A-6499-8C4C-1F27-28FA03926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1">
            <a:off x="6829593" y="759420"/>
            <a:ext cx="9056924" cy="679269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493946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Slide1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DA65-5341-2418-0F6C-2686293204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375" y="1122361"/>
            <a:ext cx="6096804" cy="2038526"/>
          </a:xfrm>
        </p:spPr>
        <p:txBody>
          <a:bodyPr anchor="b"/>
          <a:lstStyle>
            <a:lvl1pPr>
              <a:defRPr sz="45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96CAA-B0AD-261E-D925-54B960FF38C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375" y="3376257"/>
            <a:ext cx="6096804" cy="1655758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A22C25B-609E-64E0-A776-0D7EB7EC6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13" y="2620094"/>
            <a:ext cx="7075200" cy="53064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197137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Slide2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6AD71-D003-84CA-DA53-E50ACCC3BE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8" y="1709746"/>
            <a:ext cx="5824593" cy="2852735"/>
          </a:xfrm>
        </p:spPr>
        <p:txBody>
          <a:bodyPr anchor="b"/>
          <a:lstStyle>
            <a:lvl1pPr>
              <a:defRPr sz="45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E9393-B72D-2DFC-725E-2F090C39D7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1848" y="4589465"/>
            <a:ext cx="5824593" cy="1500182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1C87E3D-DCFE-9D19-8643-AAB00438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1">
            <a:off x="6829593" y="759420"/>
            <a:ext cx="9056924" cy="6792693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1354576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Slide1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F0882985-A5BB-66CB-FB38-0075DC1BF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13" y="2620094"/>
            <a:ext cx="7075200" cy="53064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528549-E125-CCB7-D461-6E99ECD26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375" y="1122361"/>
            <a:ext cx="6096804" cy="2038526"/>
          </a:xfrm>
        </p:spPr>
        <p:txBody>
          <a:bodyPr anchor="b"/>
          <a:lstStyle>
            <a:lvl1pPr>
              <a:defRPr sz="45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C918747-79FB-876B-2F46-C542BC26F47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375" y="3376257"/>
            <a:ext cx="6096804" cy="1655758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6570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D437-9E1C-CFCF-879C-C394E49E12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46"/>
            <a:ext cx="10515600" cy="2852735"/>
          </a:xfrm>
        </p:spPr>
        <p:txBody>
          <a:bodyPr anchor="b"/>
          <a:lstStyle>
            <a:lvl1pPr>
              <a:defRPr sz="4500"/>
            </a:lvl1pPr>
          </a:lstStyle>
          <a:p>
            <a:pPr lvl="0"/>
            <a:r>
              <a:rPr lang="en-US"/>
              <a:t>Section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9C8B8-E4B8-8C51-C958-D7C924A001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18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6BFAFD06-D748-B598-901C-13A6CE014089}"/>
              </a:ext>
            </a:extLst>
          </p:cNvPr>
          <p:cNvCxnSpPr/>
          <p:nvPr/>
        </p:nvCxnSpPr>
        <p:spPr>
          <a:xfrm>
            <a:off x="838200" y="4515554"/>
            <a:ext cx="9829800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362364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976EF8A-0F15-508B-685F-CFE6AA6B984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38200" y="1691996"/>
            <a:ext cx="10515600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5">
            <a:extLst>
              <a:ext uri="{FF2B5EF4-FFF2-40B4-BE49-F238E27FC236}">
                <a16:creationId xmlns:a16="http://schemas.microsoft.com/office/drawing/2014/main" id="{3764E23D-9141-95A6-BFDB-CBF8241D7299}"/>
              </a:ext>
            </a:extLst>
          </p:cNvPr>
          <p:cNvCxnSpPr/>
          <p:nvPr/>
        </p:nvCxnSpPr>
        <p:spPr>
          <a:xfrm>
            <a:off x="838200" y="1332088"/>
            <a:ext cx="9810048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3B6719FB-4C9C-1D5B-2634-3C8CDB9EF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02420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61C70CA8-B66C-41AC-D548-B92D7AE63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04BC512-72B6-893F-EACA-574E2D5159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47A7C33F-4AB4-4C7A-B30C-FE2B70A4E2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289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2FB9D4-3E7B-3AC2-428F-15EBC96434A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38200" y="1691996"/>
            <a:ext cx="10515600" cy="435133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27470F12-FD03-AE82-3635-3FA459644A87}"/>
              </a:ext>
            </a:extLst>
          </p:cNvPr>
          <p:cNvCxnSpPr/>
          <p:nvPr/>
        </p:nvCxnSpPr>
        <p:spPr>
          <a:xfrm>
            <a:off x="838200" y="1332088"/>
            <a:ext cx="9810048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EC831F6F-9559-7C8F-D281-2BDE90BCD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02420"/>
            <a:ext cx="10515600" cy="132555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2B58B0B-C3C6-5414-AB22-899C6449020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1467BDB4-E6F2-455A-9837-BCB20B8822D3}" type="slidenum">
              <a:t>‹#›</a:t>
            </a:fld>
            <a:endParaRPr lang="en-US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7D3275C4-4E60-3C86-7BF8-DE033867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2442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2926232F-6298-0EA9-3CE1-A2D17F8CBD7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3F66D31-207B-1356-295C-6B48C436F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30"/>
            <a:ext cx="4944539" cy="132555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5E5892-8687-4517-0B22-267F7196968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7"/>
            <a:ext cx="4944539" cy="435133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BDEF32D-D0A3-CAD4-7220-D8E70F05513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535996" y="1825627"/>
            <a:ext cx="5181600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66BF72AA-2EB4-FD95-E66C-0F718D27D106}"/>
              </a:ext>
            </a:extLst>
          </p:cNvPr>
          <p:cNvCxnSpPr/>
          <p:nvPr/>
        </p:nvCxnSpPr>
        <p:spPr>
          <a:xfrm>
            <a:off x="838200" y="1690689"/>
            <a:ext cx="4944539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C5FB204-886C-7E38-5905-832C9B404D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DFB62078-F2EF-4EFA-9A86-9F35F7F3586D}" type="slidenum">
              <a:t>‹#›</a:t>
            </a:fld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768C764-EEC3-9710-BBC7-D7DEFFAAC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09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BC9701E1-1D56-E594-A8D2-83348E867506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C2B190-0486-18D0-2DF6-199A18E1F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30"/>
            <a:ext cx="4944539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395FEE-CFD5-52A3-C358-C19CB72B267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38200" y="1825627"/>
            <a:ext cx="4944539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A14BDEE-7D2B-0B1C-1084-E45F0438BEA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553200" y="1825627"/>
            <a:ext cx="5181600" cy="435133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6BFA8E16-E230-819A-9B13-B9D34DCB3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6397398"/>
            <a:ext cx="2688775" cy="240176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7" name="Straight Connector 15">
            <a:extLst>
              <a:ext uri="{FF2B5EF4-FFF2-40B4-BE49-F238E27FC236}">
                <a16:creationId xmlns:a16="http://schemas.microsoft.com/office/drawing/2014/main" id="{67C36792-5C46-7AC9-7BAF-E1FB05608FC6}"/>
              </a:ext>
            </a:extLst>
          </p:cNvPr>
          <p:cNvCxnSpPr/>
          <p:nvPr/>
        </p:nvCxnSpPr>
        <p:spPr>
          <a:xfrm>
            <a:off x="838200" y="1690689"/>
            <a:ext cx="4944539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59A420F-F00F-4474-61BC-DEB68968FF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458CBD7F-E4F5-42AB-AB78-031ACA1596BE}" type="slidenum">
              <a:t>‹#›</a:t>
            </a:fld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9EA22D11-A8A9-28B8-22E8-03C8C8507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02287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81F1BC5E-BFBE-A9C0-31B3-0F1347A6A4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B02E77-0D57-4DD5-CB6A-3C389E7C54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30"/>
            <a:ext cx="4944539" cy="132555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112EA2-FD65-F684-ACE3-A96F310C03C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38200" y="1825627"/>
            <a:ext cx="4944539" cy="435133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FA42BECF-4F4F-B966-E51C-FEACF9FD873D}"/>
              </a:ext>
            </a:extLst>
          </p:cNvPr>
          <p:cNvCxnSpPr/>
          <p:nvPr/>
        </p:nvCxnSpPr>
        <p:spPr>
          <a:xfrm>
            <a:off x="838200" y="1690689"/>
            <a:ext cx="4944539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77B0E9-03D0-672B-2111-7D40973680A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535996" y="1825627"/>
            <a:ext cx="4944539" cy="435133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11">
            <a:extLst>
              <a:ext uri="{FF2B5EF4-FFF2-40B4-BE49-F238E27FC236}">
                <a16:creationId xmlns:a16="http://schemas.microsoft.com/office/drawing/2014/main" id="{73B553C3-7131-3B43-7D79-7FA28194DCAC}"/>
              </a:ext>
            </a:extLst>
          </p:cNvPr>
          <p:cNvCxnSpPr/>
          <p:nvPr/>
        </p:nvCxnSpPr>
        <p:spPr>
          <a:xfrm>
            <a:off x="6150765" y="1825628"/>
            <a:ext cx="0" cy="4571771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EB7D93A-19C6-2BE5-7175-ABF32B1F532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4EE5B79B-19B8-42DF-823A-FC380CA9B327}" type="slidenum">
              <a:t>‹#›</a:t>
            </a:fld>
            <a:endParaRPr lang="en-US"/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E7CE628D-F58D-0D3A-27D5-523A58EF0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97847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992A-6CF6-8851-B462-B61B810E86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30"/>
            <a:ext cx="4944539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FFD13-F457-5F52-9553-EFF82E88DD0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38200" y="1825627"/>
            <a:ext cx="4944539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B3C78D9D-11B3-ECA9-D89E-0C38CB7B1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6397398"/>
            <a:ext cx="2688775" cy="240176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5" name="Straight Connector 15">
            <a:extLst>
              <a:ext uri="{FF2B5EF4-FFF2-40B4-BE49-F238E27FC236}">
                <a16:creationId xmlns:a16="http://schemas.microsoft.com/office/drawing/2014/main" id="{D580FABD-2555-15F5-AA57-4FD787832856}"/>
              </a:ext>
            </a:extLst>
          </p:cNvPr>
          <p:cNvCxnSpPr/>
          <p:nvPr/>
        </p:nvCxnSpPr>
        <p:spPr>
          <a:xfrm>
            <a:off x="838200" y="1690689"/>
            <a:ext cx="4944539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E4672A99-D60C-F5E4-2EFE-A58C1D1E2630}"/>
              </a:ext>
            </a:extLst>
          </p:cNvPr>
          <p:cNvCxnSpPr/>
          <p:nvPr/>
        </p:nvCxnSpPr>
        <p:spPr>
          <a:xfrm>
            <a:off x="6150765" y="1825628"/>
            <a:ext cx="0" cy="4571771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51E585-ECA3-626F-651C-6581CB8B58A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553200" y="1825627"/>
            <a:ext cx="4944539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14B62F0-D9F6-64B0-10A0-D75BC17F5C9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2E09D422-67DA-4D65-8ADD-225D63BE47F3}" type="slidenum">
              <a:t>‹#›</a:t>
            </a:fld>
            <a:endParaRPr lang="en-US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91AE217C-C9AA-F7BB-42C0-B6F060BF3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020850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Imag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A833ECBF-05D9-3896-3B6C-1A0395ADDCDA}"/>
              </a:ext>
            </a:extLst>
          </p:cNvPr>
          <p:cNvSpPr/>
          <p:nvPr/>
        </p:nvSpPr>
        <p:spPr>
          <a:xfrm>
            <a:off x="4974775" y="0"/>
            <a:ext cx="7217224" cy="6858000"/>
          </a:xfrm>
          <a:prstGeom prst="rect">
            <a:avLst/>
          </a:prstGeom>
          <a:solidFill>
            <a:srgbClr val="00000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A64B3CF-337E-9F20-F188-3705B976294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9785" y="2057400"/>
            <a:ext cx="3932236" cy="3811584"/>
          </a:xfrm>
        </p:spPr>
        <p:txBody>
          <a:bodyPr/>
          <a:lstStyle>
            <a:lvl1pPr marL="214317" indent="-214317">
              <a:buFont typeface="Arial" pitchFamily="34"/>
              <a:defRPr sz="1200"/>
            </a:lvl1pPr>
            <a:lvl2pPr marL="557207" indent="-214317">
              <a:buFont typeface="Arial" pitchFamily="34"/>
              <a:defRPr sz="1050"/>
            </a:lvl2pPr>
            <a:lvl3pPr marL="814373" indent="-128592">
              <a:buFont typeface="Arial" pitchFamily="34"/>
              <a:defRPr sz="9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465608-9D60-16EE-382B-1E90B15F2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5" y="457201"/>
            <a:ext cx="3932236" cy="1379765"/>
          </a:xfrm>
        </p:spPr>
        <p:txBody>
          <a:bodyPr anchor="b"/>
          <a:lstStyle>
            <a:lvl1pPr>
              <a:defRPr sz="2400">
                <a:latin typeface="Real Text Pro"/>
                <a:ea typeface="Real Text Pro"/>
                <a:cs typeface="Real Text Pro"/>
              </a:defRPr>
            </a:lvl1pPr>
          </a:lstStyle>
          <a:p>
            <a:pPr lvl="0"/>
            <a:r>
              <a:rPr lang="en-US"/>
              <a:t>Title Here – Image on Black</a:t>
            </a: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9ED34040-DE78-BB5D-FA6A-60F96CC13D34}"/>
              </a:ext>
            </a:extLst>
          </p:cNvPr>
          <p:cNvCxnSpPr/>
          <p:nvPr/>
        </p:nvCxnSpPr>
        <p:spPr>
          <a:xfrm>
            <a:off x="838200" y="1841629"/>
            <a:ext cx="3933821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87AF891-8AEE-EF23-6F64-D2DEFEE1DB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6F674D61-4797-4001-B2DF-36431BD757E4}" type="slidenum"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271B684-5275-D8FD-1176-202572F2116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576888" y="1262595"/>
            <a:ext cx="6183307" cy="396557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A1BA738D-AEBE-1F3B-28F0-0A2C7AF62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6263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Imag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C5CB0C0-F560-9DA9-7DCD-D7E65CF0432A}"/>
              </a:ext>
            </a:extLst>
          </p:cNvPr>
          <p:cNvSpPr/>
          <p:nvPr/>
        </p:nvSpPr>
        <p:spPr>
          <a:xfrm>
            <a:off x="1" y="0"/>
            <a:ext cx="5102583" cy="6858000"/>
          </a:xfrm>
          <a:prstGeom prst="rect">
            <a:avLst/>
          </a:prstGeom>
          <a:solidFill>
            <a:srgbClr val="00000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948888C-03E6-AF08-4AB0-439F51CD0DA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39785" y="2057400"/>
            <a:ext cx="3932236" cy="3811584"/>
          </a:xfrm>
        </p:spPr>
        <p:txBody>
          <a:bodyPr/>
          <a:lstStyle>
            <a:lvl1pPr marL="214317" indent="-214317">
              <a:buFont typeface="Arial" pitchFamily="34"/>
              <a:defRPr sz="1200">
                <a:solidFill>
                  <a:srgbClr val="FFFFFF"/>
                </a:solidFill>
              </a:defRPr>
            </a:lvl1pPr>
            <a:lvl2pPr marL="557207" indent="-214317">
              <a:buFont typeface="Arial" pitchFamily="34"/>
              <a:defRPr sz="1050">
                <a:solidFill>
                  <a:srgbClr val="FFFFFF"/>
                </a:solidFill>
              </a:defRPr>
            </a:lvl2pPr>
            <a:lvl3pPr marL="814373" indent="-128592">
              <a:buFont typeface="Arial" pitchFamily="34"/>
              <a:defRPr sz="900">
                <a:solidFill>
                  <a:srgbClr val="FFFFFF"/>
                </a:solidFill>
              </a:defRPr>
            </a:lvl3pPr>
            <a:lvl4pPr marL="214317" lvl="0" indent="-214317">
              <a:spcBef>
                <a:spcPts val="750"/>
              </a:spcBef>
              <a:buFont typeface="Arial" pitchFamily="34"/>
              <a:defRPr sz="1200">
                <a:solidFill>
                  <a:srgbClr val="FFFFFF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0C5AD7-728B-C966-8F57-8DDC4A506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5" y="457201"/>
            <a:ext cx="3932236" cy="1379765"/>
          </a:xfrm>
        </p:spPr>
        <p:txBody>
          <a:bodyPr anchor="b"/>
          <a:lstStyle>
            <a:lvl1pPr>
              <a:defRPr sz="2400">
                <a:solidFill>
                  <a:srgbClr val="FFFFFF"/>
                </a:solidFill>
                <a:latin typeface="Real Text Pro"/>
                <a:ea typeface="Real Text Pro"/>
                <a:cs typeface="Real Text Pro"/>
              </a:defRPr>
            </a:lvl1pPr>
          </a:lstStyle>
          <a:p>
            <a:pPr lvl="0"/>
            <a:r>
              <a:rPr lang="en-US"/>
              <a:t>Title Here – Image on White</a:t>
            </a:r>
          </a:p>
        </p:txBody>
      </p:sp>
      <p:cxnSp>
        <p:nvCxnSpPr>
          <p:cNvPr id="5" name="Straight Connector 8">
            <a:extLst>
              <a:ext uri="{FF2B5EF4-FFF2-40B4-BE49-F238E27FC236}">
                <a16:creationId xmlns:a16="http://schemas.microsoft.com/office/drawing/2014/main" id="{1F4D647A-4E0F-D6D5-253C-933350D2E922}"/>
              </a:ext>
            </a:extLst>
          </p:cNvPr>
          <p:cNvCxnSpPr/>
          <p:nvPr/>
        </p:nvCxnSpPr>
        <p:spPr>
          <a:xfrm>
            <a:off x="838200" y="1841629"/>
            <a:ext cx="3933821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FBBE2F12-ECBB-BA95-5AEA-3E9D39977F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924116B6-FA38-46E4-A398-DAE0945B0CC5}" type="slidenum"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F16AB56-EC9F-5167-7505-5617FE58D9D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576888" y="1262595"/>
            <a:ext cx="6183307" cy="396557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C369903D-580D-E7B0-641F-61FA6FC1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645947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 with 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33696866-32A6-3CD7-D205-A749A6DC61AF}"/>
              </a:ext>
            </a:extLst>
          </p:cNvPr>
          <p:cNvSpPr/>
          <p:nvPr/>
        </p:nvSpPr>
        <p:spPr>
          <a:xfrm>
            <a:off x="1" y="0"/>
            <a:ext cx="4963887" cy="6858000"/>
          </a:xfrm>
          <a:prstGeom prst="rect">
            <a:avLst/>
          </a:prstGeom>
          <a:solidFill>
            <a:srgbClr val="00000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9908C67-D9AA-49B0-E511-81B3364DFC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5349" y="558799"/>
            <a:ext cx="6588300" cy="1379765"/>
          </a:xfrm>
        </p:spPr>
        <p:txBody>
          <a:bodyPr anchor="b"/>
          <a:lstStyle>
            <a:lvl1pPr>
              <a:defRPr sz="2400">
                <a:latin typeface="Real Text Pro"/>
                <a:ea typeface="Real Text Pro"/>
                <a:cs typeface="Real Text Pro"/>
              </a:defRPr>
            </a:lvl1pPr>
          </a:lstStyle>
          <a:p>
            <a:pPr lvl="0"/>
            <a:r>
              <a:rPr lang="en-US"/>
              <a:t>Title – Full Bleed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37E9E-F67B-5784-8EC1-6F73FB5F313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355349" y="2158998"/>
            <a:ext cx="6588300" cy="3811584"/>
          </a:xfrm>
        </p:spPr>
        <p:txBody>
          <a:bodyPr/>
          <a:lstStyle>
            <a:lvl1pPr marL="214317" indent="-214317">
              <a:buFont typeface="Arial" pitchFamily="34"/>
              <a:defRPr sz="1200"/>
            </a:lvl1pPr>
            <a:lvl2pPr marL="557207" indent="-214317">
              <a:buFont typeface="Arial" pitchFamily="34"/>
              <a:defRPr sz="1050"/>
            </a:lvl2pPr>
            <a:lvl3pPr marL="814373" indent="-128592">
              <a:buFont typeface="Arial" pitchFamily="34"/>
              <a:defRPr sz="9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3C667283-D8F2-A9BC-D263-F8DE92BFCC72}"/>
              </a:ext>
            </a:extLst>
          </p:cNvPr>
          <p:cNvCxnSpPr/>
          <p:nvPr/>
        </p:nvCxnSpPr>
        <p:spPr>
          <a:xfrm>
            <a:off x="5353752" y="1917533"/>
            <a:ext cx="6589897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871A700-D177-927B-DDF8-D0C27CF4B1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2CDD708C-8F87-4A37-A3CC-C96F5A2DCEE7}" type="slidenum"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C5EA0E-7494-BD08-5CE0-A14B81A763D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-109970" y="-44531"/>
            <a:ext cx="5226929" cy="69470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DFD9E2B4-4C34-2B45-8A86-35578C04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82596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 with 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8C5F911-3AE7-EE93-0755-9916F890949B}"/>
              </a:ext>
            </a:extLst>
          </p:cNvPr>
          <p:cNvSpPr/>
          <p:nvPr/>
        </p:nvSpPr>
        <p:spPr>
          <a:xfrm>
            <a:off x="4989686" y="1"/>
            <a:ext cx="7202313" cy="6902531"/>
          </a:xfrm>
          <a:prstGeom prst="rect">
            <a:avLst/>
          </a:prstGeom>
          <a:solidFill>
            <a:srgbClr val="00000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72693E2-3222-D737-47EA-12DA73521A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5349" y="558799"/>
            <a:ext cx="6588300" cy="1379765"/>
          </a:xfrm>
        </p:spPr>
        <p:txBody>
          <a:bodyPr anchor="b"/>
          <a:lstStyle>
            <a:lvl1pPr>
              <a:defRPr sz="2400">
                <a:solidFill>
                  <a:srgbClr val="FFFFFF"/>
                </a:solidFill>
                <a:latin typeface="Real Text Pro"/>
                <a:ea typeface="Real Text Pro"/>
                <a:cs typeface="Real Text Pro"/>
              </a:defRPr>
            </a:lvl1pPr>
          </a:lstStyle>
          <a:p>
            <a:pPr lvl="0"/>
            <a:r>
              <a:rPr lang="en-US"/>
              <a:t>Title – Full Bleed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0599D-48B1-FC92-24FC-5E3EEE5FE15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355349" y="2158998"/>
            <a:ext cx="6588300" cy="3811584"/>
          </a:xfrm>
        </p:spPr>
        <p:txBody>
          <a:bodyPr/>
          <a:lstStyle>
            <a:lvl1pPr marL="214317" indent="-214317">
              <a:buFont typeface="Arial" pitchFamily="34"/>
              <a:defRPr sz="1200">
                <a:solidFill>
                  <a:srgbClr val="FFFFFF"/>
                </a:solidFill>
              </a:defRPr>
            </a:lvl1pPr>
            <a:lvl2pPr marL="557207" indent="-214317">
              <a:buFont typeface="Arial" pitchFamily="34"/>
              <a:defRPr sz="1050">
                <a:solidFill>
                  <a:srgbClr val="FFFFFF"/>
                </a:solidFill>
              </a:defRPr>
            </a:lvl2pPr>
            <a:lvl3pPr marL="814373" indent="-128592">
              <a:buFont typeface="Arial" pitchFamily="34"/>
              <a:defRPr sz="900"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7545EDFB-1D12-1AB1-2483-096B311C77F3}"/>
              </a:ext>
            </a:extLst>
          </p:cNvPr>
          <p:cNvCxnSpPr/>
          <p:nvPr/>
        </p:nvCxnSpPr>
        <p:spPr>
          <a:xfrm>
            <a:off x="5353752" y="1917533"/>
            <a:ext cx="6589897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45FE468-7FEF-3B62-A20C-0E4FFC7A44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8E80F8E7-F875-4019-B431-E351C6399F92}" type="slidenum"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2EB1537-EC0B-C8A4-04F4-58B8A5F0B76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-237243" y="-44531"/>
            <a:ext cx="5226929" cy="6947062"/>
          </a:xfrm>
        </p:spPr>
        <p:txBody>
          <a:bodyPr/>
          <a:lstStyle>
            <a:lvl1pPr marL="0" indent="0">
              <a:buNone/>
              <a:defRPr/>
            </a:lvl1pPr>
            <a:lvl2pPr marL="0" lvl="0" indent="0">
              <a:spcBef>
                <a:spcPts val="750"/>
              </a:spcBef>
              <a:buNone/>
              <a:defRPr sz="2100"/>
            </a:lvl2pPr>
          </a:lstStyle>
          <a:p>
            <a:pPr lvl="0"/>
            <a:r>
              <a:rPr lang="en-US"/>
              <a:t>	</a:t>
            </a:r>
          </a:p>
          <a:p>
            <a:pPr lvl="0"/>
            <a:r>
              <a:rPr lang="en-US"/>
              <a:t>	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B9206F1D-625F-DBAD-B93D-7771D771B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478630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>
            <a:alpha val="4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3">
            <a:extLst>
              <a:ext uri="{FF2B5EF4-FFF2-40B4-BE49-F238E27FC236}">
                <a16:creationId xmlns:a16="http://schemas.microsoft.com/office/drawing/2014/main" id="{84779112-B092-5BA5-4B59-480FDC0BDF09}"/>
              </a:ext>
            </a:extLst>
          </p:cNvPr>
          <p:cNvCxnSpPr/>
          <p:nvPr/>
        </p:nvCxnSpPr>
        <p:spPr>
          <a:xfrm>
            <a:off x="838201" y="1332088"/>
            <a:ext cx="9766572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DF6393-B2E0-D3D3-C41E-9CA5FC30DD8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CEE8D27A-3BC1-4DB8-8355-2F6324F9A28F}" type="slidenum"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317B14-598E-1F07-9260-670C9993E8F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Title – Chart Example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E3A54A3F-2830-8B8E-EE0D-B65E1020084E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838200" y="1843092"/>
            <a:ext cx="10515600" cy="4248146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A57DC1A-C003-732C-814B-11F803026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5329030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Art">
    <p:bg>
      <p:bgPr>
        <a:solidFill>
          <a:srgbClr val="FFFFFF">
            <a:alpha val="4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3">
            <a:extLst>
              <a:ext uri="{FF2B5EF4-FFF2-40B4-BE49-F238E27FC236}">
                <a16:creationId xmlns:a16="http://schemas.microsoft.com/office/drawing/2014/main" id="{2D2A9CA7-FFD8-B62A-766A-02925A0F23FF}"/>
              </a:ext>
            </a:extLst>
          </p:cNvPr>
          <p:cNvCxnSpPr/>
          <p:nvPr/>
        </p:nvCxnSpPr>
        <p:spPr>
          <a:xfrm>
            <a:off x="838201" y="1332088"/>
            <a:ext cx="9766572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D6D34F-27C5-084F-F995-C6FFE0F3E9F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E2AB4CBD-09CB-49AF-8B35-DC56F0C730D8}" type="slidenum"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59041F-D802-F79D-E9A4-A9F9C204134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Title – SmartArt Example</a:t>
            </a:r>
          </a:p>
        </p:txBody>
      </p:sp>
      <p:sp>
        <p:nvSpPr>
          <p:cNvPr id="5" name="SmartArt Placeholder 5">
            <a:extLst>
              <a:ext uri="{FF2B5EF4-FFF2-40B4-BE49-F238E27FC236}">
                <a16:creationId xmlns:a16="http://schemas.microsoft.com/office/drawing/2014/main" id="{9253A23F-0248-9293-33CE-7EE7509508E8}"/>
              </a:ext>
            </a:extLst>
          </p:cNvPr>
          <p:cNvSpPr txBox="1">
            <a:spLocks noGrp="1"/>
          </p:cNvSpPr>
          <p:nvPr>
            <p:ph type="dgm" idx="4294967295"/>
          </p:nvPr>
        </p:nvSpPr>
        <p:spPr>
          <a:xfrm>
            <a:off x="838200" y="1690690"/>
            <a:ext cx="10515600" cy="4665661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6D8F3B2-ADBD-6B64-6B87-BFE7815E4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26637551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FFFFF">
            <a:alpha val="4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3">
            <a:extLst>
              <a:ext uri="{FF2B5EF4-FFF2-40B4-BE49-F238E27FC236}">
                <a16:creationId xmlns:a16="http://schemas.microsoft.com/office/drawing/2014/main" id="{FC37E680-D870-D715-177A-EE4B43AA6E1B}"/>
              </a:ext>
            </a:extLst>
          </p:cNvPr>
          <p:cNvCxnSpPr/>
          <p:nvPr/>
        </p:nvCxnSpPr>
        <p:spPr>
          <a:xfrm>
            <a:off x="838201" y="1332088"/>
            <a:ext cx="9766572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B826A4-5658-56D8-5F9E-3E1276C1A9E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BFBFBF"/>
                </a:solidFill>
              </a:defRPr>
            </a:lvl1pPr>
          </a:lstStyle>
          <a:p>
            <a:pPr lvl="0"/>
            <a:fld id="{648867FE-FB72-4676-B73B-9BC2F36A7373}" type="slidenum"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82DEDB-7C47-A12D-0929-0EFB6658D43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Title – Table Example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789440D-D761-F7BA-3A46-1CAAC0E4110E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838200" y="1690689"/>
            <a:ext cx="10515600" cy="441007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B5E4C71-5933-3C39-94A3-3A51D00A5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595" y="5247750"/>
            <a:ext cx="1721547" cy="12911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2525256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409C-DA3A-8DDF-8998-D6FE73977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3095" y="1206495"/>
            <a:ext cx="5839016" cy="1524003"/>
          </a:xfrm>
        </p:spPr>
        <p:txBody>
          <a:bodyPr anchorCtr="1"/>
          <a:lstStyle>
            <a:lvl1pPr algn="ctr">
              <a:defRPr sz="4500" b="1">
                <a:latin typeface="Real Text Pro Demibold"/>
                <a:ea typeface="Real Text Pro Demibold"/>
                <a:cs typeface="Real Text Pro Demibold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DE167896-E62B-6B49-7D68-BC197DA2A4D2}"/>
              </a:ext>
            </a:extLst>
          </p:cNvPr>
          <p:cNvCxnSpPr/>
          <p:nvPr/>
        </p:nvCxnSpPr>
        <p:spPr>
          <a:xfrm>
            <a:off x="2514601" y="2997202"/>
            <a:ext cx="7370441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pic>
        <p:nvPicPr>
          <p:cNvPr id="4" name="Picture 5">
            <a:extLst>
              <a:ext uri="{FF2B5EF4-FFF2-40B4-BE49-F238E27FC236}">
                <a16:creationId xmlns:a16="http://schemas.microsoft.com/office/drawing/2014/main" id="{9A1381B6-B41B-93A2-6252-6467C708A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356" y="2997202"/>
            <a:ext cx="4614915" cy="346118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30215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_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5EE5-69E5-600E-9CA3-6912FE69E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3095" y="1206495"/>
            <a:ext cx="5839016" cy="1524003"/>
          </a:xfrm>
        </p:spPr>
        <p:txBody>
          <a:bodyPr anchorCtr="1"/>
          <a:lstStyle>
            <a:lvl1pPr algn="ctr">
              <a:defRPr sz="4500" b="1">
                <a:solidFill>
                  <a:srgbClr val="FFFFFF"/>
                </a:solidFill>
                <a:latin typeface="Real Text Pro Demibold"/>
                <a:ea typeface="Real Text Pro Demibold"/>
                <a:cs typeface="Real Text Pro Demibold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4A98CB81-26D4-642C-5670-2D2183257B9B}"/>
              </a:ext>
            </a:extLst>
          </p:cNvPr>
          <p:cNvCxnSpPr/>
          <p:nvPr/>
        </p:nvCxnSpPr>
        <p:spPr>
          <a:xfrm>
            <a:off x="2514601" y="2997202"/>
            <a:ext cx="7370441" cy="0"/>
          </a:xfrm>
          <a:prstGeom prst="straightConnector1">
            <a:avLst/>
          </a:prstGeom>
          <a:noFill/>
          <a:ln w="25402" cap="flat">
            <a:solidFill>
              <a:srgbClr val="E1192B"/>
            </a:solidFill>
            <a:prstDash val="solid"/>
            <a:miter/>
          </a:ln>
        </p:spPr>
      </p:cxnSp>
      <p:pic>
        <p:nvPicPr>
          <p:cNvPr id="4" name="Picture 7">
            <a:extLst>
              <a:ext uri="{FF2B5EF4-FFF2-40B4-BE49-F238E27FC236}">
                <a16:creationId xmlns:a16="http://schemas.microsoft.com/office/drawing/2014/main" id="{A3D46DB9-2BF3-A0AD-4DD7-0EECD639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356" y="2997202"/>
            <a:ext cx="4614915" cy="346118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38896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B2E3F-AAE1-1094-2C02-0FB5EECF7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30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Northeastern Brand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E19EF-5B3C-D30A-810D-A165D9350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264E3-2A2F-DEFC-3550-2B4DC51D236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6995" y="6356352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490AF45F-D45D-4770-BC1E-F4F460FA47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94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marL="0" marR="0" lvl="0" indent="0" algn="l" defTabSz="685781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000000"/>
          </a:solidFill>
          <a:uFillTx/>
          <a:latin typeface="Real Head Pro"/>
          <a:ea typeface="Real Head Pro"/>
          <a:cs typeface="Real Head Pro"/>
        </a:defRPr>
      </a:lvl1pPr>
    </p:titleStyle>
    <p:bodyStyle>
      <a:lvl1pPr marL="171450" marR="0" lvl="0" indent="-171450" algn="l" defTabSz="685781" rtl="0" fontAlgn="auto" hangingPunct="1">
        <a:lnSpc>
          <a:spcPct val="90000"/>
        </a:lnSpc>
        <a:spcBef>
          <a:spcPts val="750"/>
        </a:spcBef>
        <a:spcAft>
          <a:spcPts val="0"/>
        </a:spcAft>
        <a:buSzPct val="100000"/>
        <a:buFont typeface="Arial"/>
        <a:buChar char="•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Real Text Pro"/>
          <a:ea typeface="Real Text Pro"/>
          <a:cs typeface="Real Text Pro"/>
        </a:defRPr>
      </a:lvl1pPr>
      <a:lvl2pPr marL="514340" marR="0" lvl="1" indent="-171450" algn="l" defTabSz="685781" rtl="0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Real Text Pro"/>
          <a:ea typeface="Real Text Pro"/>
          <a:cs typeface="Real Text Pro"/>
        </a:defRPr>
      </a:lvl2pPr>
      <a:lvl3pPr marL="857231" marR="0" lvl="2" indent="-171450" algn="l" defTabSz="685781" rtl="0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/>
        <a:buChar char="•"/>
        <a:tabLst/>
        <a:defRPr lang="en-US" sz="1500" b="0" i="0" u="none" strike="noStrike" kern="1200" cap="none" spc="0" baseline="0">
          <a:solidFill>
            <a:srgbClr val="000000"/>
          </a:solidFill>
          <a:uFillTx/>
          <a:latin typeface="Real Text Pro"/>
          <a:ea typeface="Real Text Pro"/>
          <a:cs typeface="Real Text Pro"/>
        </a:defRPr>
      </a:lvl3pPr>
      <a:lvl4pPr marL="1200122" marR="0" lvl="3" indent="-171450" algn="l" defTabSz="685781" rtl="0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/>
        <a:buChar char="•"/>
        <a:tabLst/>
        <a:defRPr lang="en-US" sz="1350" b="0" i="0" u="none" strike="noStrike" kern="1200" cap="none" spc="0" baseline="0">
          <a:solidFill>
            <a:srgbClr val="000000"/>
          </a:solidFill>
          <a:uFillTx/>
          <a:latin typeface="Real Text Pro"/>
          <a:ea typeface="Real Text Pro"/>
          <a:cs typeface="Real Text Pro"/>
        </a:defRPr>
      </a:lvl4pPr>
      <a:lvl5pPr marL="1543013" marR="0" lvl="4" indent="-171450" algn="l" defTabSz="685781" rtl="0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/>
        <a:buChar char="•"/>
        <a:tabLst/>
        <a:defRPr lang="en-US" sz="1350" b="0" i="0" u="none" strike="noStrike" kern="1200" cap="none" spc="0" baseline="0">
          <a:solidFill>
            <a:srgbClr val="000000"/>
          </a:solidFill>
          <a:uFillTx/>
          <a:latin typeface="Real Text Pro"/>
          <a:ea typeface="Real Text Pro"/>
          <a:cs typeface="Real Text Pro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2D4A-3C5D-23E1-06F5-4E75A3120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7532" y="1122361"/>
            <a:ext cx="7005364" cy="238759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ConsulAI Project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Mid-week check 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D8F82-6B3F-E1EF-DE6A-D283E215A63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997532" y="3602041"/>
            <a:ext cx="4572603" cy="1655758"/>
          </a:xfrm>
        </p:spPr>
        <p:txBody>
          <a:bodyPr/>
          <a:lstStyle/>
          <a:p>
            <a:pPr lvl="0"/>
            <a:r>
              <a:rPr lang="en-US" dirty="0"/>
              <a:t>Deloitte Hackathon Team3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5310E50-A310-966D-E121-0455E61B010B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AI-Powered Analyst Assistant for BC Post-Secondary Education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--To create an intelligent assistant that empowers analysts in the British Columbia higher education sector to rapidly gather insights, monitor institutional strategies, and respond to opportunities with precision — using the combined power of autonomous agents, strategic frameworks, and human-in-the-loop validation.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0DB612-9E4A-5859-9FEA-C2BA37530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 Vision</a:t>
            </a:r>
            <a:endParaRPr lang="zh-CN" altLang="en-US" dirty="0"/>
          </a:p>
        </p:txBody>
      </p:sp>
      <p:pic>
        <p:nvPicPr>
          <p:cNvPr id="2052" name="Picture 4" descr="Getting personal with on-device AI | Qualcomm">
            <a:extLst>
              <a:ext uri="{FF2B5EF4-FFF2-40B4-BE49-F238E27FC236}">
                <a16:creationId xmlns:a16="http://schemas.microsoft.com/office/drawing/2014/main" id="{18040794-80B3-83D1-8CD1-6F90FB509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386" y="4106742"/>
            <a:ext cx="4178330" cy="244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65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EEE1-721C-B25B-DC28-0E78F97EF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55E519C-C321-7379-4744-E891EDA1005D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Agentic Research Excellence</a:t>
            </a:r>
            <a:r>
              <a:rPr lang="en-US" altLang="zh-CN" dirty="0"/>
              <a:t>: Utilize advanced autonomous agents to streamline and execute the research process, drastically reducing manual effort and speeding up data collection and preliminary analysis.</a:t>
            </a:r>
          </a:p>
          <a:p>
            <a:r>
              <a:rPr lang="en-US" altLang="zh-CN" b="1" dirty="0"/>
              <a:t>Human-in-the-Loop Quality Control</a:t>
            </a:r>
            <a:r>
              <a:rPr lang="en-US" altLang="zh-CN" dirty="0"/>
              <a:t>: Integrate expert oversight at key stages to ensure data accuracy and high-quality research outcomes, blending the efficiency of automation with the nuanced judgment of seasoned professionals.</a:t>
            </a:r>
          </a:p>
          <a:p>
            <a:r>
              <a:rPr lang="en-US" altLang="zh-CN" b="1" dirty="0"/>
              <a:t>Strategic Framework Integration</a:t>
            </a:r>
            <a:r>
              <a:rPr lang="en-US" altLang="zh-CN" dirty="0"/>
              <a:t>: Embed established consulting methodologies and strategy frameworks directly into the system, arming the agent with the structured thinking needed to deliver sound, strategic recommendations.</a:t>
            </a:r>
          </a:p>
          <a:p>
            <a:r>
              <a:rPr lang="en-US" altLang="zh-CN" b="1" dirty="0"/>
              <a:t>RAG-Powered Knowledge Base</a:t>
            </a:r>
            <a:r>
              <a:rPr lang="en-US" altLang="zh-CN" dirty="0"/>
              <a:t>: Leverage Retrieval Augmented Generation (RAG) technology to build a dynamic, project-specific knowledge base, ensuring that insights are both contextually relevant and constantly updated.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7B5BED4-C692-D8C3-4302-F7F9C5A6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 Highlight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516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378D-4719-7D93-C159-694CEB26D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033712F-02EA-8AF0-C589-14194DCE66D7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5610D75-3EA3-4749-5562-EBD9B370C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Technical Feasibility</a:t>
            </a:r>
            <a:endParaRPr lang="zh-CN" altLang="en-US" dirty="0"/>
          </a:p>
        </p:txBody>
      </p:sp>
      <p:sp>
        <p:nvSpPr>
          <p:cNvPr id="4" name="RbLeanShape Arrow Option 3 27">
            <a:extLst>
              <a:ext uri="{FF2B5EF4-FFF2-40B4-BE49-F238E27FC236}">
                <a16:creationId xmlns:a16="http://schemas.microsoft.com/office/drawing/2014/main" id="{0A471174-1CEC-AB23-87DF-8E4902F46AE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0800000">
            <a:off x="6348848" y="3483473"/>
            <a:ext cx="1279525" cy="1397000"/>
          </a:xfrm>
          <a:custGeom>
            <a:avLst/>
            <a:gdLst>
              <a:gd name="connsiteX0" fmla="*/ 0 w 1079500"/>
              <a:gd name="connsiteY0" fmla="*/ 152400 h 622300"/>
              <a:gd name="connsiteX1" fmla="*/ 508000 w 1079500"/>
              <a:gd name="connsiteY1" fmla="*/ 152400 h 622300"/>
              <a:gd name="connsiteX2" fmla="*/ 508000 w 1079500"/>
              <a:gd name="connsiteY2" fmla="*/ 0 h 622300"/>
              <a:gd name="connsiteX3" fmla="*/ 1079500 w 1079500"/>
              <a:gd name="connsiteY3" fmla="*/ 311150 h 622300"/>
              <a:gd name="connsiteX4" fmla="*/ 508000 w 1079500"/>
              <a:gd name="connsiteY4" fmla="*/ 622300 h 622300"/>
              <a:gd name="connsiteX5" fmla="*/ 508000 w 1079500"/>
              <a:gd name="connsiteY5" fmla="*/ 469900 h 622300"/>
              <a:gd name="connsiteX6" fmla="*/ 0 w 1079500"/>
              <a:gd name="connsiteY6" fmla="*/ 4699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9500" h="622300">
                <a:moveTo>
                  <a:pt x="0" y="152400"/>
                </a:moveTo>
                <a:lnTo>
                  <a:pt x="508000" y="152400"/>
                </a:lnTo>
                <a:lnTo>
                  <a:pt x="508000" y="0"/>
                </a:lnTo>
                <a:lnTo>
                  <a:pt x="1079500" y="311150"/>
                </a:lnTo>
                <a:lnTo>
                  <a:pt x="508000" y="622300"/>
                </a:lnTo>
                <a:lnTo>
                  <a:pt x="508000" y="469900"/>
                </a:lnTo>
                <a:lnTo>
                  <a:pt x="0" y="469900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0" tIns="0" rIns="0" bIns="0" rtlCol="0" anchor="ctr" anchorCtr="0">
            <a:noAutofit/>
          </a:bodyPr>
          <a:lstStyle/>
          <a:p>
            <a:pPr fontAlgn="ctr"/>
            <a:endParaRPr lang="zh-CN" altLang="en-US"/>
          </a:p>
        </p:txBody>
      </p:sp>
      <p:sp>
        <p:nvSpPr>
          <p:cNvPr id="5" name="RbLeanShape Arrow Option 3 27">
            <a:extLst>
              <a:ext uri="{FF2B5EF4-FFF2-40B4-BE49-F238E27FC236}">
                <a16:creationId xmlns:a16="http://schemas.microsoft.com/office/drawing/2014/main" id="{A1010B3E-01F7-F407-F81A-F4A08BFC14D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6200000" flipV="1">
            <a:off x="4710549" y="4512173"/>
            <a:ext cx="876300" cy="1397000"/>
          </a:xfrm>
          <a:custGeom>
            <a:avLst/>
            <a:gdLst>
              <a:gd name="connsiteX0" fmla="*/ 0 w 1079500"/>
              <a:gd name="connsiteY0" fmla="*/ 152400 h 622300"/>
              <a:gd name="connsiteX1" fmla="*/ 508000 w 1079500"/>
              <a:gd name="connsiteY1" fmla="*/ 152400 h 622300"/>
              <a:gd name="connsiteX2" fmla="*/ 508000 w 1079500"/>
              <a:gd name="connsiteY2" fmla="*/ 0 h 622300"/>
              <a:gd name="connsiteX3" fmla="*/ 1079500 w 1079500"/>
              <a:gd name="connsiteY3" fmla="*/ 311150 h 622300"/>
              <a:gd name="connsiteX4" fmla="*/ 508000 w 1079500"/>
              <a:gd name="connsiteY4" fmla="*/ 622300 h 622300"/>
              <a:gd name="connsiteX5" fmla="*/ 508000 w 1079500"/>
              <a:gd name="connsiteY5" fmla="*/ 469900 h 622300"/>
              <a:gd name="connsiteX6" fmla="*/ 0 w 1079500"/>
              <a:gd name="connsiteY6" fmla="*/ 4699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9500" h="622300">
                <a:moveTo>
                  <a:pt x="0" y="152400"/>
                </a:moveTo>
                <a:lnTo>
                  <a:pt x="508000" y="152400"/>
                </a:lnTo>
                <a:lnTo>
                  <a:pt x="508000" y="0"/>
                </a:lnTo>
                <a:lnTo>
                  <a:pt x="1079500" y="311150"/>
                </a:lnTo>
                <a:lnTo>
                  <a:pt x="508000" y="622300"/>
                </a:lnTo>
                <a:lnTo>
                  <a:pt x="508000" y="469900"/>
                </a:lnTo>
                <a:lnTo>
                  <a:pt x="0" y="469900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0" tIns="0" rIns="0" bIns="0" rtlCol="0" anchor="ctr" anchorCtr="0">
            <a:noAutofit/>
          </a:bodyPr>
          <a:lstStyle/>
          <a:p>
            <a:pPr fontAlgn="ctr"/>
            <a:endParaRPr lang="zh-CN" altLang="en-US"/>
          </a:p>
        </p:txBody>
      </p:sp>
      <p:sp>
        <p:nvSpPr>
          <p:cNvPr id="6" name="RbLeanShape Arrow Option 3 27">
            <a:extLst>
              <a:ext uri="{FF2B5EF4-FFF2-40B4-BE49-F238E27FC236}">
                <a16:creationId xmlns:a16="http://schemas.microsoft.com/office/drawing/2014/main" id="{14FA91DF-50A6-802A-52D5-99E05439D94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5400000">
            <a:off x="4710549" y="1959473"/>
            <a:ext cx="876300" cy="1397000"/>
          </a:xfrm>
          <a:custGeom>
            <a:avLst/>
            <a:gdLst>
              <a:gd name="connsiteX0" fmla="*/ 0 w 1079500"/>
              <a:gd name="connsiteY0" fmla="*/ 152400 h 622300"/>
              <a:gd name="connsiteX1" fmla="*/ 508000 w 1079500"/>
              <a:gd name="connsiteY1" fmla="*/ 152400 h 622300"/>
              <a:gd name="connsiteX2" fmla="*/ 508000 w 1079500"/>
              <a:gd name="connsiteY2" fmla="*/ 0 h 622300"/>
              <a:gd name="connsiteX3" fmla="*/ 1079500 w 1079500"/>
              <a:gd name="connsiteY3" fmla="*/ 311150 h 622300"/>
              <a:gd name="connsiteX4" fmla="*/ 508000 w 1079500"/>
              <a:gd name="connsiteY4" fmla="*/ 622300 h 622300"/>
              <a:gd name="connsiteX5" fmla="*/ 508000 w 1079500"/>
              <a:gd name="connsiteY5" fmla="*/ 469900 h 622300"/>
              <a:gd name="connsiteX6" fmla="*/ 0 w 1079500"/>
              <a:gd name="connsiteY6" fmla="*/ 4699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9500" h="622300">
                <a:moveTo>
                  <a:pt x="0" y="152400"/>
                </a:moveTo>
                <a:lnTo>
                  <a:pt x="508000" y="152400"/>
                </a:lnTo>
                <a:lnTo>
                  <a:pt x="508000" y="0"/>
                </a:lnTo>
                <a:lnTo>
                  <a:pt x="1079500" y="311150"/>
                </a:lnTo>
                <a:lnTo>
                  <a:pt x="508000" y="622300"/>
                </a:lnTo>
                <a:lnTo>
                  <a:pt x="508000" y="469900"/>
                </a:lnTo>
                <a:lnTo>
                  <a:pt x="0" y="469900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0" tIns="0" rIns="0" bIns="0" rtlCol="0" anchor="ctr" anchorCtr="0">
            <a:noAutofit/>
          </a:bodyPr>
          <a:lstStyle/>
          <a:p>
            <a:pPr fontAlgn="ctr"/>
            <a:endParaRPr lang="zh-CN" altLang="en-US"/>
          </a:p>
        </p:txBody>
      </p:sp>
      <p:sp>
        <p:nvSpPr>
          <p:cNvPr id="7" name="Text12">
            <a:extLst>
              <a:ext uri="{FF2B5EF4-FFF2-40B4-BE49-F238E27FC236}">
                <a16:creationId xmlns:a16="http://schemas.microsoft.com/office/drawing/2014/main" id="{61AE0F0F-18DC-A260-1958-1283DC6CEE3B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86123" y="3189036"/>
            <a:ext cx="3326232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330200"/>
            <a:r>
              <a:rPr lang="en-US" altLang="zh-CN" sz="2000" b="1" dirty="0"/>
              <a:t>Language Model Integration</a:t>
            </a:r>
            <a:endParaRPr lang="en-US" altLang="de-DE" sz="1500" dirty="0"/>
          </a:p>
        </p:txBody>
      </p:sp>
      <p:sp>
        <p:nvSpPr>
          <p:cNvPr id="8" name="Text12">
            <a:extLst>
              <a:ext uri="{FF2B5EF4-FFF2-40B4-BE49-F238E27FC236}">
                <a16:creationId xmlns:a16="http://schemas.microsoft.com/office/drawing/2014/main" id="{0B2DCDD2-601E-F736-3700-6502F5A61C40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111578" y="3675759"/>
            <a:ext cx="3157916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330200"/>
            <a:r>
              <a:rPr lang="en-US" altLang="zh-CN" sz="2000" b="1" dirty="0"/>
              <a:t>Data Processing &amp; Analysis</a:t>
            </a:r>
            <a:endParaRPr lang="en-US" altLang="de-DE" sz="1500" dirty="0"/>
          </a:p>
        </p:txBody>
      </p:sp>
      <p:sp>
        <p:nvSpPr>
          <p:cNvPr id="9" name="Text12">
            <a:extLst>
              <a:ext uri="{FF2B5EF4-FFF2-40B4-BE49-F238E27FC236}">
                <a16:creationId xmlns:a16="http://schemas.microsoft.com/office/drawing/2014/main" id="{73847D86-CBB7-F182-E4ED-F13F251455B8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734113" y="4103412"/>
            <a:ext cx="2032608" cy="83099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altLang="zh-CN" dirty="0"/>
              <a:t>Numpy, Pandas,</a:t>
            </a:r>
          </a:p>
          <a:p>
            <a:r>
              <a:rPr lang="en-US" altLang="zh-CN" dirty="0"/>
              <a:t>Prompt Engineering,</a:t>
            </a:r>
          </a:p>
          <a:p>
            <a:r>
              <a:rPr lang="en-US" altLang="zh-CN" dirty="0"/>
              <a:t>Qdrant, vectorize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09579A23-D2E1-DEAD-4733-17749F9D8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8635" y="4074493"/>
            <a:ext cx="732573" cy="2308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CN" sz="1500" b="0" dirty="0">
                <a:solidFill>
                  <a:schemeClr val="tx1"/>
                </a:solidFill>
                <a:ea typeface="宋体" charset="-122"/>
              </a:rPr>
              <a:t>ConsulAI</a:t>
            </a:r>
          </a:p>
        </p:txBody>
      </p:sp>
      <p:sp>
        <p:nvSpPr>
          <p:cNvPr id="14" name="Arc 12">
            <a:extLst>
              <a:ext uri="{FF2B5EF4-FFF2-40B4-BE49-F238E27FC236}">
                <a16:creationId xmlns:a16="http://schemas.microsoft.com/office/drawing/2014/main" id="{E6B388BC-73F8-85EB-3D4E-ED5B7491FC54}"/>
              </a:ext>
            </a:extLst>
          </p:cNvPr>
          <p:cNvSpPr>
            <a:spLocks/>
          </p:cNvSpPr>
          <p:nvPr/>
        </p:nvSpPr>
        <p:spPr bwMode="auto">
          <a:xfrm flipV="1">
            <a:off x="4288274" y="3683497"/>
            <a:ext cx="1753294" cy="101282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8459 w 43200"/>
              <a:gd name="T1" fmla="*/ 42970 h 43082"/>
              <a:gd name="T2" fmla="*/ 23859 w 43200"/>
              <a:gd name="T3" fmla="*/ 43082 h 43082"/>
              <a:gd name="T4" fmla="*/ 21600 w 43200"/>
              <a:gd name="T5" fmla="*/ 21600 h 430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082" fill="none" extrusionOk="0">
                <a:moveTo>
                  <a:pt x="18458" y="42970"/>
                </a:moveTo>
                <a:cubicBezTo>
                  <a:pt x="7856" y="41412"/>
                  <a:pt x="0" y="3231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2654"/>
                  <a:pt x="34853" y="41925"/>
                  <a:pt x="23858" y="43081"/>
                </a:cubicBezTo>
              </a:path>
              <a:path w="43200" h="43082" stroke="0" extrusionOk="0">
                <a:moveTo>
                  <a:pt x="18458" y="42970"/>
                </a:moveTo>
                <a:cubicBezTo>
                  <a:pt x="7856" y="41412"/>
                  <a:pt x="0" y="3231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2654"/>
                  <a:pt x="34853" y="41925"/>
                  <a:pt x="23858" y="43081"/>
                </a:cubicBezTo>
                <a:lnTo>
                  <a:pt x="21600" y="21600"/>
                </a:lnTo>
                <a:close/>
              </a:path>
            </a:pathLst>
          </a:custGeom>
          <a:noFill/>
          <a:ln w="34925" cmpd="sng">
            <a:solidFill>
              <a:srgbClr val="D6CBC2"/>
            </a:solidFill>
            <a:round/>
            <a:headEnd/>
            <a:tailEnd type="triangle" w="lg" len="lg"/>
          </a:ln>
          <a:effectLst/>
        </p:spPr>
        <p:txBody>
          <a:bodyPr rot="10800000" wrap="none" lIns="0" tIns="0" rIns="0" bIns="0" anchor="ctr"/>
          <a:lstStyle/>
          <a:p>
            <a:pPr algn="ctr"/>
            <a:endParaRPr lang="en-GB" b="0"/>
          </a:p>
        </p:txBody>
      </p:sp>
      <p:sp>
        <p:nvSpPr>
          <p:cNvPr id="16" name="Text12">
            <a:extLst>
              <a:ext uri="{FF2B5EF4-FFF2-40B4-BE49-F238E27FC236}">
                <a16:creationId xmlns:a16="http://schemas.microsoft.com/office/drawing/2014/main" id="{D15153AE-8DE5-CF9B-C7FA-1CFAEF04FEE8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489127" y="1825627"/>
            <a:ext cx="1798569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330200"/>
            <a:r>
              <a:rPr lang="en-US" altLang="zh-CN" sz="2000" b="1" dirty="0"/>
              <a:t>Agentic System</a:t>
            </a:r>
            <a:endParaRPr lang="en-US" altLang="de-DE" sz="1500" dirty="0"/>
          </a:p>
        </p:txBody>
      </p:sp>
      <p:sp>
        <p:nvSpPr>
          <p:cNvPr id="18" name="Text12">
            <a:extLst>
              <a:ext uri="{FF2B5EF4-FFF2-40B4-BE49-F238E27FC236}">
                <a16:creationId xmlns:a16="http://schemas.microsoft.com/office/drawing/2014/main" id="{F8B8DB7B-1726-0DB8-90FC-CF988FEC1B91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673874" y="2219953"/>
            <a:ext cx="2250616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330200"/>
            <a:r>
              <a:rPr lang="en-US" altLang="zh-CN" dirty="0"/>
              <a:t>LangChain ,LangGraph</a:t>
            </a:r>
            <a:endParaRPr lang="en-US" altLang="de-DE" b="0" dirty="0"/>
          </a:p>
        </p:txBody>
      </p:sp>
      <p:sp>
        <p:nvSpPr>
          <p:cNvPr id="19" name="Text12">
            <a:extLst>
              <a:ext uri="{FF2B5EF4-FFF2-40B4-BE49-F238E27FC236}">
                <a16:creationId xmlns:a16="http://schemas.microsoft.com/office/drawing/2014/main" id="{A8A13873-F5D1-3E0C-4117-34C4DBA3BC52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531162" y="5720260"/>
            <a:ext cx="2276264" cy="30777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330200"/>
            <a:r>
              <a:rPr lang="en-US" altLang="zh-CN" sz="2000" b="1" dirty="0"/>
              <a:t>Browser Interaction</a:t>
            </a:r>
            <a:endParaRPr lang="en-US" altLang="de-DE" sz="1500" dirty="0"/>
          </a:p>
        </p:txBody>
      </p:sp>
      <p:sp>
        <p:nvSpPr>
          <p:cNvPr id="21" name="Text12">
            <a:extLst>
              <a:ext uri="{FF2B5EF4-FFF2-40B4-BE49-F238E27FC236}">
                <a16:creationId xmlns:a16="http://schemas.microsoft.com/office/drawing/2014/main" id="{8187D0B1-E290-6B8D-688E-408B5D1F1600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916456" y="6042432"/>
            <a:ext cx="1229504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330200"/>
            <a:r>
              <a:rPr lang="en-US" altLang="zh-CN" dirty="0"/>
              <a:t>Browser_use</a:t>
            </a:r>
            <a:endParaRPr lang="en-US" altLang="de-DE" b="0" dirty="0"/>
          </a:p>
        </p:txBody>
      </p:sp>
      <p:sp>
        <p:nvSpPr>
          <p:cNvPr id="22" name="RbLeanShape Arrow Option 3 27">
            <a:extLst>
              <a:ext uri="{FF2B5EF4-FFF2-40B4-BE49-F238E27FC236}">
                <a16:creationId xmlns:a16="http://schemas.microsoft.com/office/drawing/2014/main" id="{B79043BB-D2B0-A7F0-20A4-F0DEA1EFB30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 rot="10800000" flipH="1">
            <a:off x="2700773" y="3483473"/>
            <a:ext cx="1279525" cy="1397000"/>
          </a:xfrm>
          <a:custGeom>
            <a:avLst/>
            <a:gdLst>
              <a:gd name="connsiteX0" fmla="*/ 0 w 1079500"/>
              <a:gd name="connsiteY0" fmla="*/ 152400 h 622300"/>
              <a:gd name="connsiteX1" fmla="*/ 508000 w 1079500"/>
              <a:gd name="connsiteY1" fmla="*/ 152400 h 622300"/>
              <a:gd name="connsiteX2" fmla="*/ 508000 w 1079500"/>
              <a:gd name="connsiteY2" fmla="*/ 0 h 622300"/>
              <a:gd name="connsiteX3" fmla="*/ 1079500 w 1079500"/>
              <a:gd name="connsiteY3" fmla="*/ 311150 h 622300"/>
              <a:gd name="connsiteX4" fmla="*/ 508000 w 1079500"/>
              <a:gd name="connsiteY4" fmla="*/ 622300 h 622300"/>
              <a:gd name="connsiteX5" fmla="*/ 508000 w 1079500"/>
              <a:gd name="connsiteY5" fmla="*/ 469900 h 622300"/>
              <a:gd name="connsiteX6" fmla="*/ 0 w 1079500"/>
              <a:gd name="connsiteY6" fmla="*/ 4699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9500" h="622300">
                <a:moveTo>
                  <a:pt x="0" y="152400"/>
                </a:moveTo>
                <a:lnTo>
                  <a:pt x="508000" y="152400"/>
                </a:lnTo>
                <a:lnTo>
                  <a:pt x="508000" y="0"/>
                </a:lnTo>
                <a:lnTo>
                  <a:pt x="1079500" y="311150"/>
                </a:lnTo>
                <a:lnTo>
                  <a:pt x="508000" y="622300"/>
                </a:lnTo>
                <a:lnTo>
                  <a:pt x="508000" y="469900"/>
                </a:lnTo>
                <a:lnTo>
                  <a:pt x="0" y="469900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0" tIns="0" rIns="0" bIns="0" rtlCol="0" anchor="ctr" anchorCtr="0">
            <a:noAutofit/>
          </a:bodyPr>
          <a:lstStyle/>
          <a:p>
            <a:pPr fontAlgn="ctr"/>
            <a:endParaRPr lang="zh-CN" altLang="en-US"/>
          </a:p>
        </p:txBody>
      </p:sp>
      <p:sp>
        <p:nvSpPr>
          <p:cNvPr id="23" name="Text12">
            <a:extLst>
              <a:ext uri="{FF2B5EF4-FFF2-40B4-BE49-F238E27FC236}">
                <a16:creationId xmlns:a16="http://schemas.microsoft.com/office/drawing/2014/main" id="{34E37843-7F10-4F34-27CD-A9C274D0620A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484092" y="3652750"/>
            <a:ext cx="1216680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330200"/>
            <a:r>
              <a:rPr lang="en-US" altLang="zh-CN" dirty="0"/>
              <a:t>OpenRouter</a:t>
            </a:r>
            <a:endParaRPr lang="en-US" altLang="de-DE" b="0" dirty="0"/>
          </a:p>
        </p:txBody>
      </p:sp>
    </p:spTree>
    <p:extLst>
      <p:ext uri="{BB962C8B-B14F-4D97-AF65-F5344CB8AC3E}">
        <p14:creationId xmlns:p14="http://schemas.microsoft.com/office/powerpoint/2010/main" val="292669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F9A4A-233E-6D48-C3B0-486B2C85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3997573-AB01-1994-77E6-3A20DA4C3DF6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75FC82E-769C-C28C-25C6-55A6DA451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 Milestone</a:t>
            </a:r>
            <a:endParaRPr lang="zh-CN" alt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F734518B-222B-EC46-6D61-C79EB9761AFE}"/>
              </a:ext>
            </a:extLst>
          </p:cNvPr>
          <p:cNvSpPr txBox="1"/>
          <p:nvPr/>
        </p:nvSpPr>
        <p:spPr>
          <a:xfrm>
            <a:off x="934773" y="2166558"/>
            <a:ext cx="2298761" cy="64628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rPr>
              <a:t>Brainstorm/Project Scope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Open Sans" charset="0"/>
              <a:cs typeface="Calibri" panose="020F0502020204030204" pitchFamily="34" charset="0"/>
            </a:endParaRPr>
          </a:p>
          <a:p>
            <a:pPr marL="0" indent="0" fontAlgn="base"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None/>
              <a:defRPr/>
            </a:pPr>
            <a:r>
              <a:rPr lang="en-US" sz="1400" b="1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March 24</a:t>
            </a:r>
            <a:r>
              <a:rPr lang="en-US" sz="1400" b="1" baseline="30000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th</a:t>
            </a:r>
            <a:r>
              <a:rPr lang="en-US" sz="1400" b="1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 2025</a:t>
            </a:r>
            <a:endParaRPr lang="en-US" sz="1400" b="1" i="0" u="none" strike="noStrike" kern="1200" cap="none" spc="0" normalizeH="0" baseline="0" noProof="0" dirty="0">
              <a:ln>
                <a:noFill/>
              </a:ln>
              <a:solidFill>
                <a:srgbClr val="26890D"/>
              </a:solidFill>
              <a:effectLst/>
              <a:uLnTx/>
              <a:uFillTx/>
              <a:latin typeface="Calibri" panose="020F0502020204030204" pitchFamily="34" charset="0"/>
              <a:ea typeface="Open Sans" charset="0"/>
              <a:cs typeface="Calibri" panose="020F0502020204030204" pitchFamily="34" charset="0"/>
            </a:endParaRP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9D78E2C3-02C7-AF98-7DDE-E908EF353E2F}"/>
              </a:ext>
            </a:extLst>
          </p:cNvPr>
          <p:cNvSpPr txBox="1"/>
          <p:nvPr/>
        </p:nvSpPr>
        <p:spPr>
          <a:xfrm>
            <a:off x="7691989" y="2160558"/>
            <a:ext cx="2629349" cy="76590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/>
                <a:cs typeface="Calibri" panose="020F0502020204030204"/>
              </a:rPr>
              <a:t>Development Finish</a:t>
            </a:r>
          </a:p>
          <a:p>
            <a:pPr marL="0" indent="0" fontAlgn="base"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None/>
              <a:defRPr/>
            </a:pPr>
            <a:r>
              <a:rPr lang="en-US" sz="1400" b="1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March 27</a:t>
            </a:r>
            <a:r>
              <a:rPr lang="en-US" sz="1400" b="1" baseline="30000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th</a:t>
            </a:r>
            <a:r>
              <a:rPr lang="en-US" sz="1400" b="1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 2025</a:t>
            </a:r>
            <a:endParaRPr lang="en-US" sz="1400" b="1" i="0" u="none" strike="noStrike" kern="1200" cap="none" spc="0" normalizeH="0" baseline="0" noProof="0" dirty="0">
              <a:ln>
                <a:noFill/>
              </a:ln>
              <a:solidFill>
                <a:srgbClr val="26890D"/>
              </a:solidFill>
              <a:effectLst/>
              <a:uLnTx/>
              <a:uFillTx/>
              <a:latin typeface="Calibri" panose="020F0502020204030204" pitchFamily="34" charset="0"/>
              <a:ea typeface="Open Sans" charset="0"/>
              <a:cs typeface="Calibri" panose="020F0502020204030204" pitchFamily="34" charset="0"/>
            </a:endParaRP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D145FF9-422D-076D-43C2-7389D87806BA}"/>
              </a:ext>
            </a:extLst>
          </p:cNvPr>
          <p:cNvSpPr txBox="1"/>
          <p:nvPr/>
        </p:nvSpPr>
        <p:spPr>
          <a:xfrm>
            <a:off x="8835609" y="5205158"/>
            <a:ext cx="2743443" cy="130791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/>
                <a:cs typeface="Calibri" panose="020F0502020204030204"/>
              </a:rPr>
              <a:t>Presentation Day</a:t>
            </a:r>
            <a:br>
              <a:rPr lang="en-US" sz="1800" b="1">
                <a:latin typeface="Calibri" panose="020F0502020204030204"/>
                <a:ea typeface="Open Sans"/>
                <a:cs typeface="Calibri" panose="020F0502020204030204"/>
              </a:rPr>
            </a:b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6890D"/>
                </a:solidFill>
                <a:effectLst/>
                <a:uLnTx/>
                <a:uFillTx/>
                <a:latin typeface="Calibri" panose="020F0502020204030204"/>
                <a:ea typeface="Open Sans"/>
                <a:cs typeface="Calibri" panose="020F0502020204030204"/>
              </a:rPr>
              <a:t>March 2</a:t>
            </a:r>
            <a:r>
              <a:rPr lang="en-US" sz="1400" b="1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8</a:t>
            </a:r>
            <a:r>
              <a:rPr lang="en-US" sz="1200" b="1" baseline="3000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th</a:t>
            </a:r>
            <a:r>
              <a:rPr lang="en-US" sz="1400" b="1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 2025, 1 - 3 PM</a:t>
            </a:r>
            <a:endParaRPr lang="en-US" sz="1400">
              <a:solidFill>
                <a:srgbClr val="000000"/>
              </a:solidFill>
              <a:latin typeface="Calibri" panose="020F0502020204030204"/>
              <a:ea typeface="Open Sans"/>
              <a:cs typeface="Calibri" panose="020F0502020204030204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9CCC12F-086F-46DB-CA00-97D57A9ABD0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129769" y="5182549"/>
            <a:ext cx="625350" cy="621890"/>
          </a:xfrm>
          <a:custGeom>
            <a:avLst/>
            <a:gdLst>
              <a:gd name="T0" fmla="*/ 120 w 384"/>
              <a:gd name="T1" fmla="*/ 184 h 384"/>
              <a:gd name="T2" fmla="*/ 136 w 384"/>
              <a:gd name="T3" fmla="*/ 168 h 384"/>
              <a:gd name="T4" fmla="*/ 152 w 384"/>
              <a:gd name="T5" fmla="*/ 184 h 384"/>
              <a:gd name="T6" fmla="*/ 136 w 384"/>
              <a:gd name="T7" fmla="*/ 200 h 384"/>
              <a:gd name="T8" fmla="*/ 120 w 384"/>
              <a:gd name="T9" fmla="*/ 184 h 384"/>
              <a:gd name="T10" fmla="*/ 384 w 384"/>
              <a:gd name="T11" fmla="*/ 192 h 384"/>
              <a:gd name="T12" fmla="*/ 192 w 384"/>
              <a:gd name="T13" fmla="*/ 384 h 384"/>
              <a:gd name="T14" fmla="*/ 0 w 384"/>
              <a:gd name="T15" fmla="*/ 192 h 384"/>
              <a:gd name="T16" fmla="*/ 192 w 384"/>
              <a:gd name="T17" fmla="*/ 0 h 384"/>
              <a:gd name="T18" fmla="*/ 384 w 384"/>
              <a:gd name="T19" fmla="*/ 192 h 384"/>
              <a:gd name="T20" fmla="*/ 104 w 384"/>
              <a:gd name="T21" fmla="*/ 184 h 384"/>
              <a:gd name="T22" fmla="*/ 136 w 384"/>
              <a:gd name="T23" fmla="*/ 216 h 384"/>
              <a:gd name="T24" fmla="*/ 168 w 384"/>
              <a:gd name="T25" fmla="*/ 184 h 384"/>
              <a:gd name="T26" fmla="*/ 136 w 384"/>
              <a:gd name="T27" fmla="*/ 152 h 384"/>
              <a:gd name="T28" fmla="*/ 104 w 384"/>
              <a:gd name="T29" fmla="*/ 184 h 384"/>
              <a:gd name="T30" fmla="*/ 192 w 384"/>
              <a:gd name="T31" fmla="*/ 240 h 384"/>
              <a:gd name="T32" fmla="*/ 184 w 384"/>
              <a:gd name="T33" fmla="*/ 232 h 384"/>
              <a:gd name="T34" fmla="*/ 88 w 384"/>
              <a:gd name="T35" fmla="*/ 232 h 384"/>
              <a:gd name="T36" fmla="*/ 80 w 384"/>
              <a:gd name="T37" fmla="*/ 240 h 384"/>
              <a:gd name="T38" fmla="*/ 80 w 384"/>
              <a:gd name="T39" fmla="*/ 264 h 384"/>
              <a:gd name="T40" fmla="*/ 88 w 384"/>
              <a:gd name="T41" fmla="*/ 272 h 384"/>
              <a:gd name="T42" fmla="*/ 96 w 384"/>
              <a:gd name="T43" fmla="*/ 264 h 384"/>
              <a:gd name="T44" fmla="*/ 96 w 384"/>
              <a:gd name="T45" fmla="*/ 248 h 384"/>
              <a:gd name="T46" fmla="*/ 176 w 384"/>
              <a:gd name="T47" fmla="*/ 248 h 384"/>
              <a:gd name="T48" fmla="*/ 176 w 384"/>
              <a:gd name="T49" fmla="*/ 264 h 384"/>
              <a:gd name="T50" fmla="*/ 184 w 384"/>
              <a:gd name="T51" fmla="*/ 272 h 384"/>
              <a:gd name="T52" fmla="*/ 192 w 384"/>
              <a:gd name="T53" fmla="*/ 264 h 384"/>
              <a:gd name="T54" fmla="*/ 192 w 384"/>
              <a:gd name="T55" fmla="*/ 240 h 384"/>
              <a:gd name="T56" fmla="*/ 216 w 384"/>
              <a:gd name="T57" fmla="*/ 183 h 384"/>
              <a:gd name="T58" fmla="*/ 207 w 384"/>
              <a:gd name="T59" fmla="*/ 162 h 384"/>
              <a:gd name="T60" fmla="*/ 196 w 384"/>
              <a:gd name="T61" fmla="*/ 161 h 384"/>
              <a:gd name="T62" fmla="*/ 196 w 384"/>
              <a:gd name="T63" fmla="*/ 172 h 384"/>
              <a:gd name="T64" fmla="*/ 200 w 384"/>
              <a:gd name="T65" fmla="*/ 183 h 384"/>
              <a:gd name="T66" fmla="*/ 196 w 384"/>
              <a:gd name="T67" fmla="*/ 194 h 384"/>
              <a:gd name="T68" fmla="*/ 196 w 384"/>
              <a:gd name="T69" fmla="*/ 205 h 384"/>
              <a:gd name="T70" fmla="*/ 202 w 384"/>
              <a:gd name="T71" fmla="*/ 207 h 384"/>
              <a:gd name="T72" fmla="*/ 207 w 384"/>
              <a:gd name="T73" fmla="*/ 205 h 384"/>
              <a:gd name="T74" fmla="*/ 216 w 384"/>
              <a:gd name="T75" fmla="*/ 183 h 384"/>
              <a:gd name="T76" fmla="*/ 258 w 384"/>
              <a:gd name="T77" fmla="*/ 183 h 384"/>
              <a:gd name="T78" fmla="*/ 233 w 384"/>
              <a:gd name="T79" fmla="*/ 129 h 384"/>
              <a:gd name="T80" fmla="*/ 221 w 384"/>
              <a:gd name="T81" fmla="*/ 130 h 384"/>
              <a:gd name="T82" fmla="*/ 222 w 384"/>
              <a:gd name="T83" fmla="*/ 141 h 384"/>
              <a:gd name="T84" fmla="*/ 242 w 384"/>
              <a:gd name="T85" fmla="*/ 183 h 384"/>
              <a:gd name="T86" fmla="*/ 222 w 384"/>
              <a:gd name="T87" fmla="*/ 225 h 384"/>
              <a:gd name="T88" fmla="*/ 221 w 384"/>
              <a:gd name="T89" fmla="*/ 237 h 384"/>
              <a:gd name="T90" fmla="*/ 227 w 384"/>
              <a:gd name="T91" fmla="*/ 239 h 384"/>
              <a:gd name="T92" fmla="*/ 233 w 384"/>
              <a:gd name="T93" fmla="*/ 238 h 384"/>
              <a:gd name="T94" fmla="*/ 258 w 384"/>
              <a:gd name="T95" fmla="*/ 183 h 384"/>
              <a:gd name="T96" fmla="*/ 301 w 384"/>
              <a:gd name="T97" fmla="*/ 183 h 384"/>
              <a:gd name="T98" fmla="*/ 258 w 384"/>
              <a:gd name="T99" fmla="*/ 96 h 384"/>
              <a:gd name="T100" fmla="*/ 247 w 384"/>
              <a:gd name="T101" fmla="*/ 98 h 384"/>
              <a:gd name="T102" fmla="*/ 248 w 384"/>
              <a:gd name="T103" fmla="*/ 109 h 384"/>
              <a:gd name="T104" fmla="*/ 285 w 384"/>
              <a:gd name="T105" fmla="*/ 183 h 384"/>
              <a:gd name="T106" fmla="*/ 248 w 384"/>
              <a:gd name="T107" fmla="*/ 257 h 384"/>
              <a:gd name="T108" fmla="*/ 247 w 384"/>
              <a:gd name="T109" fmla="*/ 269 h 384"/>
              <a:gd name="T110" fmla="*/ 253 w 384"/>
              <a:gd name="T111" fmla="*/ 272 h 384"/>
              <a:gd name="T112" fmla="*/ 258 w 384"/>
              <a:gd name="T113" fmla="*/ 270 h 384"/>
              <a:gd name="T114" fmla="*/ 301 w 384"/>
              <a:gd name="T115" fmla="*/ 183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84" h="384">
                <a:moveTo>
                  <a:pt x="120" y="184"/>
                </a:moveTo>
                <a:cubicBezTo>
                  <a:pt x="120" y="175"/>
                  <a:pt x="127" y="168"/>
                  <a:pt x="136" y="168"/>
                </a:cubicBezTo>
                <a:cubicBezTo>
                  <a:pt x="144" y="168"/>
                  <a:pt x="152" y="175"/>
                  <a:pt x="152" y="184"/>
                </a:cubicBezTo>
                <a:cubicBezTo>
                  <a:pt x="152" y="192"/>
                  <a:pt x="144" y="200"/>
                  <a:pt x="136" y="200"/>
                </a:cubicBezTo>
                <a:cubicBezTo>
                  <a:pt x="127" y="200"/>
                  <a:pt x="120" y="192"/>
                  <a:pt x="120" y="184"/>
                </a:cubicBezTo>
                <a:close/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104" y="184"/>
                </a:moveTo>
                <a:cubicBezTo>
                  <a:pt x="104" y="201"/>
                  <a:pt x="118" y="216"/>
                  <a:pt x="136" y="216"/>
                </a:cubicBezTo>
                <a:cubicBezTo>
                  <a:pt x="153" y="216"/>
                  <a:pt x="168" y="201"/>
                  <a:pt x="168" y="184"/>
                </a:cubicBezTo>
                <a:cubicBezTo>
                  <a:pt x="168" y="166"/>
                  <a:pt x="153" y="152"/>
                  <a:pt x="136" y="152"/>
                </a:cubicBezTo>
                <a:cubicBezTo>
                  <a:pt x="118" y="152"/>
                  <a:pt x="104" y="166"/>
                  <a:pt x="104" y="184"/>
                </a:cubicBezTo>
                <a:close/>
                <a:moveTo>
                  <a:pt x="192" y="240"/>
                </a:moveTo>
                <a:cubicBezTo>
                  <a:pt x="192" y="235"/>
                  <a:pt x="188" y="232"/>
                  <a:pt x="184" y="232"/>
                </a:cubicBezTo>
                <a:cubicBezTo>
                  <a:pt x="88" y="232"/>
                  <a:pt x="88" y="232"/>
                  <a:pt x="88" y="232"/>
                </a:cubicBezTo>
                <a:cubicBezTo>
                  <a:pt x="83" y="232"/>
                  <a:pt x="80" y="235"/>
                  <a:pt x="80" y="240"/>
                </a:cubicBezTo>
                <a:cubicBezTo>
                  <a:pt x="80" y="264"/>
                  <a:pt x="80" y="264"/>
                  <a:pt x="80" y="264"/>
                </a:cubicBezTo>
                <a:cubicBezTo>
                  <a:pt x="80" y="268"/>
                  <a:pt x="83" y="272"/>
                  <a:pt x="88" y="272"/>
                </a:cubicBezTo>
                <a:cubicBezTo>
                  <a:pt x="92" y="272"/>
                  <a:pt x="96" y="268"/>
                  <a:pt x="96" y="264"/>
                </a:cubicBezTo>
                <a:cubicBezTo>
                  <a:pt x="96" y="248"/>
                  <a:pt x="96" y="248"/>
                  <a:pt x="96" y="248"/>
                </a:cubicBezTo>
                <a:cubicBezTo>
                  <a:pt x="176" y="248"/>
                  <a:pt x="176" y="248"/>
                  <a:pt x="176" y="248"/>
                </a:cubicBezTo>
                <a:cubicBezTo>
                  <a:pt x="176" y="264"/>
                  <a:pt x="176" y="264"/>
                  <a:pt x="176" y="264"/>
                </a:cubicBezTo>
                <a:cubicBezTo>
                  <a:pt x="176" y="268"/>
                  <a:pt x="179" y="272"/>
                  <a:pt x="184" y="272"/>
                </a:cubicBezTo>
                <a:cubicBezTo>
                  <a:pt x="188" y="272"/>
                  <a:pt x="192" y="268"/>
                  <a:pt x="192" y="264"/>
                </a:cubicBezTo>
                <a:lnTo>
                  <a:pt x="192" y="240"/>
                </a:lnTo>
                <a:close/>
                <a:moveTo>
                  <a:pt x="216" y="183"/>
                </a:moveTo>
                <a:cubicBezTo>
                  <a:pt x="216" y="175"/>
                  <a:pt x="213" y="167"/>
                  <a:pt x="207" y="162"/>
                </a:cubicBezTo>
                <a:cubicBezTo>
                  <a:pt x="204" y="158"/>
                  <a:pt x="199" y="158"/>
                  <a:pt x="196" y="161"/>
                </a:cubicBezTo>
                <a:cubicBezTo>
                  <a:pt x="193" y="164"/>
                  <a:pt x="193" y="169"/>
                  <a:pt x="196" y="172"/>
                </a:cubicBezTo>
                <a:cubicBezTo>
                  <a:pt x="198" y="175"/>
                  <a:pt x="200" y="179"/>
                  <a:pt x="200" y="183"/>
                </a:cubicBezTo>
                <a:cubicBezTo>
                  <a:pt x="200" y="187"/>
                  <a:pt x="198" y="191"/>
                  <a:pt x="196" y="194"/>
                </a:cubicBezTo>
                <a:cubicBezTo>
                  <a:pt x="193" y="197"/>
                  <a:pt x="193" y="202"/>
                  <a:pt x="196" y="205"/>
                </a:cubicBezTo>
                <a:cubicBezTo>
                  <a:pt x="198" y="206"/>
                  <a:pt x="200" y="207"/>
                  <a:pt x="202" y="207"/>
                </a:cubicBezTo>
                <a:cubicBezTo>
                  <a:pt x="204" y="207"/>
                  <a:pt x="206" y="206"/>
                  <a:pt x="207" y="205"/>
                </a:cubicBezTo>
                <a:cubicBezTo>
                  <a:pt x="213" y="199"/>
                  <a:pt x="216" y="191"/>
                  <a:pt x="216" y="183"/>
                </a:cubicBezTo>
                <a:close/>
                <a:moveTo>
                  <a:pt x="258" y="183"/>
                </a:moveTo>
                <a:cubicBezTo>
                  <a:pt x="258" y="162"/>
                  <a:pt x="249" y="142"/>
                  <a:pt x="233" y="129"/>
                </a:cubicBezTo>
                <a:cubicBezTo>
                  <a:pt x="229" y="126"/>
                  <a:pt x="224" y="126"/>
                  <a:pt x="221" y="130"/>
                </a:cubicBezTo>
                <a:cubicBezTo>
                  <a:pt x="218" y="133"/>
                  <a:pt x="219" y="138"/>
                  <a:pt x="222" y="141"/>
                </a:cubicBezTo>
                <a:cubicBezTo>
                  <a:pt x="235" y="152"/>
                  <a:pt x="242" y="167"/>
                  <a:pt x="242" y="183"/>
                </a:cubicBezTo>
                <a:cubicBezTo>
                  <a:pt x="242" y="199"/>
                  <a:pt x="235" y="215"/>
                  <a:pt x="222" y="225"/>
                </a:cubicBezTo>
                <a:cubicBezTo>
                  <a:pt x="219" y="228"/>
                  <a:pt x="218" y="233"/>
                  <a:pt x="221" y="237"/>
                </a:cubicBezTo>
                <a:cubicBezTo>
                  <a:pt x="223" y="238"/>
                  <a:pt x="225" y="239"/>
                  <a:pt x="227" y="239"/>
                </a:cubicBezTo>
                <a:cubicBezTo>
                  <a:pt x="229" y="239"/>
                  <a:pt x="231" y="239"/>
                  <a:pt x="233" y="238"/>
                </a:cubicBezTo>
                <a:cubicBezTo>
                  <a:pt x="249" y="224"/>
                  <a:pt x="258" y="204"/>
                  <a:pt x="258" y="183"/>
                </a:cubicBezTo>
                <a:close/>
                <a:moveTo>
                  <a:pt x="301" y="183"/>
                </a:moveTo>
                <a:cubicBezTo>
                  <a:pt x="301" y="149"/>
                  <a:pt x="285" y="118"/>
                  <a:pt x="258" y="96"/>
                </a:cubicBezTo>
                <a:cubicBezTo>
                  <a:pt x="254" y="94"/>
                  <a:pt x="249" y="94"/>
                  <a:pt x="247" y="98"/>
                </a:cubicBezTo>
                <a:cubicBezTo>
                  <a:pt x="244" y="101"/>
                  <a:pt x="244" y="106"/>
                  <a:pt x="248" y="109"/>
                </a:cubicBezTo>
                <a:cubicBezTo>
                  <a:pt x="271" y="127"/>
                  <a:pt x="285" y="154"/>
                  <a:pt x="285" y="183"/>
                </a:cubicBezTo>
                <a:cubicBezTo>
                  <a:pt x="285" y="212"/>
                  <a:pt x="271" y="239"/>
                  <a:pt x="248" y="257"/>
                </a:cubicBezTo>
                <a:cubicBezTo>
                  <a:pt x="244" y="260"/>
                  <a:pt x="244" y="265"/>
                  <a:pt x="247" y="269"/>
                </a:cubicBezTo>
                <a:cubicBezTo>
                  <a:pt x="248" y="271"/>
                  <a:pt x="251" y="272"/>
                  <a:pt x="253" y="272"/>
                </a:cubicBezTo>
                <a:cubicBezTo>
                  <a:pt x="255" y="272"/>
                  <a:pt x="256" y="271"/>
                  <a:pt x="258" y="270"/>
                </a:cubicBezTo>
                <a:cubicBezTo>
                  <a:pt x="285" y="248"/>
                  <a:pt x="301" y="217"/>
                  <a:pt x="301" y="183"/>
                </a:cubicBezTo>
                <a:close/>
              </a:path>
            </a:pathLst>
          </a:custGeom>
          <a:solidFill>
            <a:srgbClr val="43B02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8" name="Freeform 792">
            <a:extLst>
              <a:ext uri="{FF2B5EF4-FFF2-40B4-BE49-F238E27FC236}">
                <a16:creationId xmlns:a16="http://schemas.microsoft.com/office/drawing/2014/main" id="{44402027-A07A-3DB5-727E-9CE8FA18040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077946" y="2161109"/>
            <a:ext cx="614043" cy="614043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163 w 512"/>
              <a:gd name="T11" fmla="*/ 184 h 512"/>
              <a:gd name="T12" fmla="*/ 248 w 512"/>
              <a:gd name="T13" fmla="*/ 99 h 512"/>
              <a:gd name="T14" fmla="*/ 252 w 512"/>
              <a:gd name="T15" fmla="*/ 96 h 512"/>
              <a:gd name="T16" fmla="*/ 260 w 512"/>
              <a:gd name="T17" fmla="*/ 96 h 512"/>
              <a:gd name="T18" fmla="*/ 263 w 512"/>
              <a:gd name="T19" fmla="*/ 99 h 512"/>
              <a:gd name="T20" fmla="*/ 349 w 512"/>
              <a:gd name="T21" fmla="*/ 184 h 512"/>
              <a:gd name="T22" fmla="*/ 349 w 512"/>
              <a:gd name="T23" fmla="*/ 199 h 512"/>
              <a:gd name="T24" fmla="*/ 341 w 512"/>
              <a:gd name="T25" fmla="*/ 202 h 512"/>
              <a:gd name="T26" fmla="*/ 333 w 512"/>
              <a:gd name="T27" fmla="*/ 199 h 512"/>
              <a:gd name="T28" fmla="*/ 266 w 512"/>
              <a:gd name="T29" fmla="*/ 132 h 512"/>
              <a:gd name="T30" fmla="*/ 266 w 512"/>
              <a:gd name="T31" fmla="*/ 362 h 512"/>
              <a:gd name="T32" fmla="*/ 256 w 512"/>
              <a:gd name="T33" fmla="*/ 373 h 512"/>
              <a:gd name="T34" fmla="*/ 245 w 512"/>
              <a:gd name="T35" fmla="*/ 362 h 512"/>
              <a:gd name="T36" fmla="*/ 245 w 512"/>
              <a:gd name="T37" fmla="*/ 132 h 512"/>
              <a:gd name="T38" fmla="*/ 178 w 512"/>
              <a:gd name="T39" fmla="*/ 199 h 512"/>
              <a:gd name="T40" fmla="*/ 170 w 512"/>
              <a:gd name="T41" fmla="*/ 202 h 512"/>
              <a:gd name="T42" fmla="*/ 163 w 512"/>
              <a:gd name="T43" fmla="*/ 199 h 512"/>
              <a:gd name="T44" fmla="*/ 163 w 512"/>
              <a:gd name="T45" fmla="*/ 184 h 512"/>
              <a:gd name="T46" fmla="*/ 373 w 512"/>
              <a:gd name="T47" fmla="*/ 405 h 512"/>
              <a:gd name="T48" fmla="*/ 362 w 512"/>
              <a:gd name="T49" fmla="*/ 416 h 512"/>
              <a:gd name="T50" fmla="*/ 149 w 512"/>
              <a:gd name="T51" fmla="*/ 416 h 512"/>
              <a:gd name="T52" fmla="*/ 138 w 512"/>
              <a:gd name="T53" fmla="*/ 405 h 512"/>
              <a:gd name="T54" fmla="*/ 138 w 512"/>
              <a:gd name="T55" fmla="*/ 362 h 512"/>
              <a:gd name="T56" fmla="*/ 149 w 512"/>
              <a:gd name="T57" fmla="*/ 352 h 512"/>
              <a:gd name="T58" fmla="*/ 160 w 512"/>
              <a:gd name="T59" fmla="*/ 362 h 512"/>
              <a:gd name="T60" fmla="*/ 160 w 512"/>
              <a:gd name="T61" fmla="*/ 394 h 512"/>
              <a:gd name="T62" fmla="*/ 352 w 512"/>
              <a:gd name="T63" fmla="*/ 394 h 512"/>
              <a:gd name="T64" fmla="*/ 352 w 512"/>
              <a:gd name="T65" fmla="*/ 362 h 512"/>
              <a:gd name="T66" fmla="*/ 362 w 512"/>
              <a:gd name="T67" fmla="*/ 352 h 512"/>
              <a:gd name="T68" fmla="*/ 373 w 512"/>
              <a:gd name="T69" fmla="*/ 362 h 512"/>
              <a:gd name="T70" fmla="*/ 373 w 512"/>
              <a:gd name="T71" fmla="*/ 40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163" y="184"/>
                </a:moveTo>
                <a:cubicBezTo>
                  <a:pt x="248" y="99"/>
                  <a:pt x="248" y="99"/>
                  <a:pt x="248" y="99"/>
                </a:cubicBezTo>
                <a:cubicBezTo>
                  <a:pt x="249" y="98"/>
                  <a:pt x="250" y="97"/>
                  <a:pt x="252" y="96"/>
                </a:cubicBezTo>
                <a:cubicBezTo>
                  <a:pt x="254" y="95"/>
                  <a:pt x="257" y="95"/>
                  <a:pt x="260" y="96"/>
                </a:cubicBezTo>
                <a:cubicBezTo>
                  <a:pt x="261" y="97"/>
                  <a:pt x="262" y="98"/>
                  <a:pt x="263" y="99"/>
                </a:cubicBezTo>
                <a:cubicBezTo>
                  <a:pt x="349" y="184"/>
                  <a:pt x="349" y="184"/>
                  <a:pt x="349" y="184"/>
                </a:cubicBezTo>
                <a:cubicBezTo>
                  <a:pt x="353" y="188"/>
                  <a:pt x="353" y="195"/>
                  <a:pt x="349" y="199"/>
                </a:cubicBezTo>
                <a:cubicBezTo>
                  <a:pt x="346" y="201"/>
                  <a:pt x="344" y="202"/>
                  <a:pt x="341" y="202"/>
                </a:cubicBezTo>
                <a:cubicBezTo>
                  <a:pt x="338" y="202"/>
                  <a:pt x="336" y="201"/>
                  <a:pt x="333" y="199"/>
                </a:cubicBezTo>
                <a:cubicBezTo>
                  <a:pt x="266" y="132"/>
                  <a:pt x="266" y="132"/>
                  <a:pt x="266" y="132"/>
                </a:cubicBezTo>
                <a:cubicBezTo>
                  <a:pt x="266" y="362"/>
                  <a:pt x="266" y="362"/>
                  <a:pt x="266" y="362"/>
                </a:cubicBezTo>
                <a:cubicBezTo>
                  <a:pt x="266" y="368"/>
                  <a:pt x="262" y="373"/>
                  <a:pt x="256" y="373"/>
                </a:cubicBezTo>
                <a:cubicBezTo>
                  <a:pt x="250" y="373"/>
                  <a:pt x="245" y="368"/>
                  <a:pt x="245" y="362"/>
                </a:cubicBezTo>
                <a:cubicBezTo>
                  <a:pt x="245" y="132"/>
                  <a:pt x="245" y="132"/>
                  <a:pt x="245" y="132"/>
                </a:cubicBezTo>
                <a:cubicBezTo>
                  <a:pt x="178" y="199"/>
                  <a:pt x="178" y="199"/>
                  <a:pt x="178" y="199"/>
                </a:cubicBezTo>
                <a:cubicBezTo>
                  <a:pt x="176" y="201"/>
                  <a:pt x="173" y="202"/>
                  <a:pt x="170" y="202"/>
                </a:cubicBezTo>
                <a:cubicBezTo>
                  <a:pt x="168" y="202"/>
                  <a:pt x="165" y="201"/>
                  <a:pt x="163" y="199"/>
                </a:cubicBezTo>
                <a:cubicBezTo>
                  <a:pt x="159" y="195"/>
                  <a:pt x="159" y="188"/>
                  <a:pt x="163" y="184"/>
                </a:cubicBezTo>
                <a:close/>
                <a:moveTo>
                  <a:pt x="373" y="405"/>
                </a:moveTo>
                <a:cubicBezTo>
                  <a:pt x="373" y="411"/>
                  <a:pt x="368" y="416"/>
                  <a:pt x="362" y="416"/>
                </a:cubicBezTo>
                <a:cubicBezTo>
                  <a:pt x="149" y="416"/>
                  <a:pt x="149" y="416"/>
                  <a:pt x="149" y="416"/>
                </a:cubicBezTo>
                <a:cubicBezTo>
                  <a:pt x="143" y="416"/>
                  <a:pt x="138" y="411"/>
                  <a:pt x="138" y="405"/>
                </a:cubicBezTo>
                <a:cubicBezTo>
                  <a:pt x="138" y="362"/>
                  <a:pt x="138" y="362"/>
                  <a:pt x="138" y="362"/>
                </a:cubicBezTo>
                <a:cubicBezTo>
                  <a:pt x="138" y="356"/>
                  <a:pt x="143" y="352"/>
                  <a:pt x="149" y="352"/>
                </a:cubicBezTo>
                <a:cubicBezTo>
                  <a:pt x="155" y="352"/>
                  <a:pt x="160" y="356"/>
                  <a:pt x="160" y="362"/>
                </a:cubicBezTo>
                <a:cubicBezTo>
                  <a:pt x="160" y="394"/>
                  <a:pt x="160" y="394"/>
                  <a:pt x="160" y="394"/>
                </a:cubicBezTo>
                <a:cubicBezTo>
                  <a:pt x="352" y="394"/>
                  <a:pt x="352" y="394"/>
                  <a:pt x="352" y="394"/>
                </a:cubicBezTo>
                <a:cubicBezTo>
                  <a:pt x="352" y="362"/>
                  <a:pt x="352" y="362"/>
                  <a:pt x="352" y="362"/>
                </a:cubicBezTo>
                <a:cubicBezTo>
                  <a:pt x="352" y="356"/>
                  <a:pt x="356" y="352"/>
                  <a:pt x="362" y="352"/>
                </a:cubicBezTo>
                <a:cubicBezTo>
                  <a:pt x="368" y="352"/>
                  <a:pt x="373" y="356"/>
                  <a:pt x="373" y="362"/>
                </a:cubicBezTo>
                <a:lnTo>
                  <a:pt x="373" y="40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/>
          </a:p>
        </p:txBody>
      </p:sp>
      <p:sp>
        <p:nvSpPr>
          <p:cNvPr id="9" name="Freeform 646">
            <a:extLst>
              <a:ext uri="{FF2B5EF4-FFF2-40B4-BE49-F238E27FC236}">
                <a16:creationId xmlns:a16="http://schemas.microsoft.com/office/drawing/2014/main" id="{1637CDC8-2C83-6284-D406-90DBD5FC1AE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14380" y="2169494"/>
            <a:ext cx="614393" cy="614395"/>
          </a:xfrm>
          <a:custGeom>
            <a:avLst/>
            <a:gdLst>
              <a:gd name="T0" fmla="*/ 160 w 512"/>
              <a:gd name="T1" fmla="*/ 394 h 512"/>
              <a:gd name="T2" fmla="*/ 154 w 512"/>
              <a:gd name="T3" fmla="*/ 393 h 512"/>
              <a:gd name="T4" fmla="*/ 149 w 512"/>
              <a:gd name="T5" fmla="*/ 384 h 512"/>
              <a:gd name="T6" fmla="*/ 149 w 512"/>
              <a:gd name="T7" fmla="*/ 128 h 512"/>
              <a:gd name="T8" fmla="*/ 154 w 512"/>
              <a:gd name="T9" fmla="*/ 118 h 512"/>
              <a:gd name="T10" fmla="*/ 165 w 512"/>
              <a:gd name="T11" fmla="*/ 118 h 512"/>
              <a:gd name="T12" fmla="*/ 399 w 512"/>
              <a:gd name="T13" fmla="*/ 246 h 512"/>
              <a:gd name="T14" fmla="*/ 405 w 512"/>
              <a:gd name="T15" fmla="*/ 256 h 512"/>
              <a:gd name="T16" fmla="*/ 399 w 512"/>
              <a:gd name="T17" fmla="*/ 265 h 512"/>
              <a:gd name="T18" fmla="*/ 165 w 512"/>
              <a:gd name="T19" fmla="*/ 393 h 512"/>
              <a:gd name="T20" fmla="*/ 160 w 512"/>
              <a:gd name="T21" fmla="*/ 394 h 512"/>
              <a:gd name="T22" fmla="*/ 170 w 512"/>
              <a:gd name="T23" fmla="*/ 146 h 512"/>
              <a:gd name="T24" fmla="*/ 170 w 512"/>
              <a:gd name="T25" fmla="*/ 366 h 512"/>
              <a:gd name="T26" fmla="*/ 372 w 512"/>
              <a:gd name="T27" fmla="*/ 256 h 512"/>
              <a:gd name="T28" fmla="*/ 170 w 512"/>
              <a:gd name="T29" fmla="*/ 146 h 512"/>
              <a:gd name="T30" fmla="*/ 256 w 512"/>
              <a:gd name="T31" fmla="*/ 0 h 512"/>
              <a:gd name="T32" fmla="*/ 0 w 512"/>
              <a:gd name="T33" fmla="*/ 256 h 512"/>
              <a:gd name="T34" fmla="*/ 256 w 512"/>
              <a:gd name="T35" fmla="*/ 512 h 512"/>
              <a:gd name="T36" fmla="*/ 512 w 512"/>
              <a:gd name="T37" fmla="*/ 256 h 512"/>
              <a:gd name="T38" fmla="*/ 256 w 512"/>
              <a:gd name="T3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2" h="512">
                <a:moveTo>
                  <a:pt x="160" y="394"/>
                </a:moveTo>
                <a:cubicBezTo>
                  <a:pt x="158" y="394"/>
                  <a:pt x="156" y="394"/>
                  <a:pt x="154" y="393"/>
                </a:cubicBezTo>
                <a:cubicBezTo>
                  <a:pt x="151" y="391"/>
                  <a:pt x="149" y="387"/>
                  <a:pt x="149" y="384"/>
                </a:cubicBezTo>
                <a:cubicBezTo>
                  <a:pt x="149" y="128"/>
                  <a:pt x="149" y="128"/>
                  <a:pt x="149" y="128"/>
                </a:cubicBezTo>
                <a:cubicBezTo>
                  <a:pt x="149" y="124"/>
                  <a:pt x="151" y="120"/>
                  <a:pt x="154" y="118"/>
                </a:cubicBezTo>
                <a:cubicBezTo>
                  <a:pt x="157" y="117"/>
                  <a:pt x="161" y="117"/>
                  <a:pt x="165" y="118"/>
                </a:cubicBezTo>
                <a:cubicBezTo>
                  <a:pt x="399" y="246"/>
                  <a:pt x="399" y="246"/>
                  <a:pt x="399" y="246"/>
                </a:cubicBezTo>
                <a:cubicBezTo>
                  <a:pt x="403" y="248"/>
                  <a:pt x="405" y="252"/>
                  <a:pt x="405" y="256"/>
                </a:cubicBezTo>
                <a:cubicBezTo>
                  <a:pt x="405" y="260"/>
                  <a:pt x="403" y="263"/>
                  <a:pt x="399" y="265"/>
                </a:cubicBezTo>
                <a:cubicBezTo>
                  <a:pt x="165" y="393"/>
                  <a:pt x="165" y="393"/>
                  <a:pt x="165" y="393"/>
                </a:cubicBezTo>
                <a:cubicBezTo>
                  <a:pt x="163" y="394"/>
                  <a:pt x="161" y="394"/>
                  <a:pt x="160" y="394"/>
                </a:cubicBezTo>
                <a:close/>
                <a:moveTo>
                  <a:pt x="170" y="146"/>
                </a:moveTo>
                <a:cubicBezTo>
                  <a:pt x="170" y="366"/>
                  <a:pt x="170" y="366"/>
                  <a:pt x="170" y="366"/>
                </a:cubicBezTo>
                <a:cubicBezTo>
                  <a:pt x="372" y="256"/>
                  <a:pt x="372" y="256"/>
                  <a:pt x="372" y="256"/>
                </a:cubicBezTo>
                <a:lnTo>
                  <a:pt x="170" y="146"/>
                </a:lnTo>
                <a:close/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</a:path>
            </a:pathLst>
          </a:custGeom>
          <a:solidFill>
            <a:srgbClr val="43B02A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/>
          </a:p>
        </p:txBody>
      </p:sp>
      <p:cxnSp>
        <p:nvCxnSpPr>
          <p:cNvPr id="10" name="Straight Connector 7">
            <a:extLst>
              <a:ext uri="{FF2B5EF4-FFF2-40B4-BE49-F238E27FC236}">
                <a16:creationId xmlns:a16="http://schemas.microsoft.com/office/drawing/2014/main" id="{E440B47C-1B9B-54EB-E7DC-0D23DA84F6EC}"/>
              </a:ext>
            </a:extLst>
          </p:cNvPr>
          <p:cNvCxnSpPr>
            <a:cxnSpLocks/>
          </p:cNvCxnSpPr>
          <p:nvPr/>
        </p:nvCxnSpPr>
        <p:spPr>
          <a:xfrm>
            <a:off x="2084153" y="3035692"/>
            <a:ext cx="0" cy="789106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3">
            <a:extLst>
              <a:ext uri="{FF2B5EF4-FFF2-40B4-BE49-F238E27FC236}">
                <a16:creationId xmlns:a16="http://schemas.microsoft.com/office/drawing/2014/main" id="{2520A13E-59DE-1EC6-8614-B98B3309A263}"/>
              </a:ext>
            </a:extLst>
          </p:cNvPr>
          <p:cNvCxnSpPr/>
          <p:nvPr/>
        </p:nvCxnSpPr>
        <p:spPr>
          <a:xfrm flipH="1">
            <a:off x="8687049" y="2858259"/>
            <a:ext cx="1" cy="1044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43">
            <a:extLst>
              <a:ext uri="{FF2B5EF4-FFF2-40B4-BE49-F238E27FC236}">
                <a16:creationId xmlns:a16="http://schemas.microsoft.com/office/drawing/2014/main" id="{95A10553-2F44-066E-135D-5CEF78EAD765}"/>
              </a:ext>
            </a:extLst>
          </p:cNvPr>
          <p:cNvCxnSpPr/>
          <p:nvPr/>
        </p:nvCxnSpPr>
        <p:spPr>
          <a:xfrm flipH="1">
            <a:off x="9884193" y="4127737"/>
            <a:ext cx="1" cy="1044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Right 5">
            <a:extLst>
              <a:ext uri="{FF2B5EF4-FFF2-40B4-BE49-F238E27FC236}">
                <a16:creationId xmlns:a16="http://schemas.microsoft.com/office/drawing/2014/main" id="{5FDF6229-EF05-71E0-CD55-0A5B639ED746}"/>
              </a:ext>
            </a:extLst>
          </p:cNvPr>
          <p:cNvSpPr/>
          <p:nvPr/>
        </p:nvSpPr>
        <p:spPr bwMode="gray">
          <a:xfrm>
            <a:off x="11258" y="3822308"/>
            <a:ext cx="11984922" cy="385380"/>
          </a:xfrm>
          <a:prstGeom prst="rightArrow">
            <a:avLst/>
          </a:prstGeom>
          <a:solidFill>
            <a:schemeClr val="bg2"/>
          </a:solidFill>
          <a:ln w="19050" algn="ctr">
            <a:noFill/>
            <a:miter lim="800000"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anose="05020102010507070707" pitchFamily="18" charset="2"/>
              <a:buNone/>
            </a:pPr>
            <a:endParaRPr lang="fr-CA" sz="1600" b="1">
              <a:solidFill>
                <a:schemeClr val="bg1"/>
              </a:solidFill>
            </a:endParaRP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C4B471B-09E0-C1A0-F8CB-013D67BBCD50}"/>
              </a:ext>
            </a:extLst>
          </p:cNvPr>
          <p:cNvSpPr txBox="1"/>
          <p:nvPr/>
        </p:nvSpPr>
        <p:spPr>
          <a:xfrm>
            <a:off x="2355617" y="5159198"/>
            <a:ext cx="2539181" cy="11473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/>
                <a:cs typeface="Calibri" panose="020F0502020204030204"/>
              </a:rPr>
              <a:t>Coaching/Prototyping</a:t>
            </a:r>
          </a:p>
          <a:p>
            <a:pPr marL="0" indent="0" fontAlgn="base"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None/>
              <a:defRPr/>
            </a:pPr>
            <a:r>
              <a:rPr lang="en-US" altLang="zh-CN" sz="1800" b="1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March 25</a:t>
            </a:r>
            <a:r>
              <a:rPr lang="en-US" altLang="zh-CN" sz="1800" b="1" baseline="30000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th</a:t>
            </a:r>
            <a:r>
              <a:rPr lang="en-US" altLang="zh-CN" sz="1800" b="1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 2025</a:t>
            </a:r>
            <a:endParaRPr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26890D"/>
              </a:solidFill>
              <a:effectLst/>
              <a:uLnTx/>
              <a:uFillTx/>
              <a:latin typeface="Calibri" panose="020F0502020204030204" pitchFamily="34" charset="0"/>
              <a:ea typeface="Open Sans" charset="0"/>
              <a:cs typeface="Calibri" panose="020F0502020204030204" pitchFamily="34" charset="0"/>
            </a:endParaRPr>
          </a:p>
          <a:p>
            <a:pPr marL="0" indent="0" fontAlgn="base"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Open Sans"/>
              <a:cs typeface="Calibri" panose="020F0502020204030204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26890D"/>
              </a:solidFill>
              <a:effectLst/>
              <a:uLnTx/>
              <a:uFillTx/>
              <a:latin typeface="Calibri" panose="020F0502020204030204" pitchFamily="34" charset="0"/>
              <a:ea typeface="Open Sans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68D8C725-2282-5C0D-B57A-BD34AC0EF8AC}"/>
              </a:ext>
            </a:extLst>
          </p:cNvPr>
          <p:cNvCxnSpPr/>
          <p:nvPr/>
        </p:nvCxnSpPr>
        <p:spPr>
          <a:xfrm flipH="1">
            <a:off x="3408562" y="4090835"/>
            <a:ext cx="1" cy="104400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28">
            <a:extLst>
              <a:ext uri="{FF2B5EF4-FFF2-40B4-BE49-F238E27FC236}">
                <a16:creationId xmlns:a16="http://schemas.microsoft.com/office/drawing/2014/main" id="{201FBE19-A8DE-6C71-2B8F-4BA75CA9AB44}"/>
              </a:ext>
            </a:extLst>
          </p:cNvPr>
          <p:cNvGrpSpPr/>
          <p:nvPr/>
        </p:nvGrpSpPr>
        <p:grpSpPr>
          <a:xfrm>
            <a:off x="1655956" y="5182549"/>
            <a:ext cx="612648" cy="612648"/>
            <a:chOff x="1842164" y="2219846"/>
            <a:chExt cx="1219200" cy="1219200"/>
          </a:xfrm>
        </p:grpSpPr>
        <p:sp>
          <p:nvSpPr>
            <p:cNvPr id="17" name="Oval 34">
              <a:extLst>
                <a:ext uri="{FF2B5EF4-FFF2-40B4-BE49-F238E27FC236}">
                  <a16:creationId xmlns:a16="http://schemas.microsoft.com/office/drawing/2014/main" id="{8677CC3F-5123-E72C-601B-FB04541E0AB9}"/>
                </a:ext>
              </a:extLst>
            </p:cNvPr>
            <p:cNvSpPr/>
            <p:nvPr/>
          </p:nvSpPr>
          <p:spPr>
            <a:xfrm>
              <a:off x="1842164" y="2219846"/>
              <a:ext cx="1219200" cy="1219200"/>
            </a:xfrm>
            <a:prstGeom prst="ellipse">
              <a:avLst/>
            </a:prstGeom>
            <a:solidFill>
              <a:srgbClr val="43B02A"/>
            </a:solidFill>
            <a:ln>
              <a:solidFill>
                <a:srgbClr val="43B0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90"/>
            </a:p>
          </p:txBody>
        </p:sp>
        <p:grpSp>
          <p:nvGrpSpPr>
            <p:cNvPr id="18" name="Group 30">
              <a:extLst>
                <a:ext uri="{FF2B5EF4-FFF2-40B4-BE49-F238E27FC236}">
                  <a16:creationId xmlns:a16="http://schemas.microsoft.com/office/drawing/2014/main" id="{848E707A-B575-F56A-CF88-2E522B5A03C5}"/>
                </a:ext>
              </a:extLst>
            </p:cNvPr>
            <p:cNvGrpSpPr/>
            <p:nvPr/>
          </p:nvGrpSpPr>
          <p:grpSpPr>
            <a:xfrm>
              <a:off x="2118988" y="2626944"/>
              <a:ext cx="671705" cy="436915"/>
              <a:chOff x="6562734" y="1054252"/>
              <a:chExt cx="607706" cy="395288"/>
            </a:xfrm>
            <a:solidFill>
              <a:srgbClr val="81BC00"/>
            </a:solidFill>
          </p:grpSpPr>
          <p:sp>
            <p:nvSpPr>
              <p:cNvPr id="19" name="Freeform 372">
                <a:extLst>
                  <a:ext uri="{FF2B5EF4-FFF2-40B4-BE49-F238E27FC236}">
                    <a16:creationId xmlns:a16="http://schemas.microsoft.com/office/drawing/2014/main" id="{F6F41DC2-6C7E-5591-227D-568B2B782EFE}"/>
                  </a:ext>
                </a:extLst>
              </p:cNvPr>
              <p:cNvSpPr/>
              <p:nvPr/>
            </p:nvSpPr>
            <p:spPr bwMode="auto">
              <a:xfrm>
                <a:off x="6919615" y="1076475"/>
                <a:ext cx="250825" cy="373063"/>
              </a:xfrm>
              <a:custGeom>
                <a:avLst/>
                <a:gdLst>
                  <a:gd name="T0" fmla="*/ 102 w 109"/>
                  <a:gd name="T1" fmla="*/ 123 h 162"/>
                  <a:gd name="T2" fmla="*/ 69 w 109"/>
                  <a:gd name="T3" fmla="*/ 115 h 162"/>
                  <a:gd name="T4" fmla="*/ 51 w 109"/>
                  <a:gd name="T5" fmla="*/ 110 h 162"/>
                  <a:gd name="T6" fmla="*/ 51 w 109"/>
                  <a:gd name="T7" fmla="*/ 105 h 162"/>
                  <a:gd name="T8" fmla="*/ 84 w 109"/>
                  <a:gd name="T9" fmla="*/ 96 h 162"/>
                  <a:gd name="T10" fmla="*/ 85 w 109"/>
                  <a:gd name="T11" fmla="*/ 92 h 162"/>
                  <a:gd name="T12" fmla="*/ 83 w 109"/>
                  <a:gd name="T13" fmla="*/ 89 h 162"/>
                  <a:gd name="T14" fmla="*/ 72 w 109"/>
                  <a:gd name="T15" fmla="*/ 47 h 162"/>
                  <a:gd name="T16" fmla="*/ 57 w 109"/>
                  <a:gd name="T17" fmla="*/ 12 h 162"/>
                  <a:gd name="T18" fmla="*/ 43 w 109"/>
                  <a:gd name="T19" fmla="*/ 3 h 162"/>
                  <a:gd name="T20" fmla="*/ 13 w 109"/>
                  <a:gd name="T21" fmla="*/ 4 h 162"/>
                  <a:gd name="T22" fmla="*/ 2 w 109"/>
                  <a:gd name="T23" fmla="*/ 9 h 162"/>
                  <a:gd name="T24" fmla="*/ 2 w 109"/>
                  <a:gd name="T25" fmla="*/ 16 h 162"/>
                  <a:gd name="T26" fmla="*/ 8 w 109"/>
                  <a:gd name="T27" fmla="*/ 17 h 162"/>
                  <a:gd name="T28" fmla="*/ 16 w 109"/>
                  <a:gd name="T29" fmla="*/ 13 h 162"/>
                  <a:gd name="T30" fmla="*/ 40 w 109"/>
                  <a:gd name="T31" fmla="*/ 12 h 162"/>
                  <a:gd name="T32" fmla="*/ 50 w 109"/>
                  <a:gd name="T33" fmla="*/ 19 h 162"/>
                  <a:gd name="T34" fmla="*/ 51 w 109"/>
                  <a:gd name="T35" fmla="*/ 19 h 162"/>
                  <a:gd name="T36" fmla="*/ 62 w 109"/>
                  <a:gd name="T37" fmla="*/ 47 h 162"/>
                  <a:gd name="T38" fmla="*/ 73 w 109"/>
                  <a:gd name="T39" fmla="*/ 91 h 162"/>
                  <a:gd name="T40" fmla="*/ 47 w 109"/>
                  <a:gd name="T41" fmla="*/ 96 h 162"/>
                  <a:gd name="T42" fmla="*/ 42 w 109"/>
                  <a:gd name="T43" fmla="*/ 101 h 162"/>
                  <a:gd name="T44" fmla="*/ 42 w 109"/>
                  <a:gd name="T45" fmla="*/ 112 h 162"/>
                  <a:gd name="T46" fmla="*/ 42 w 109"/>
                  <a:gd name="T47" fmla="*/ 113 h 162"/>
                  <a:gd name="T48" fmla="*/ 67 w 109"/>
                  <a:gd name="T49" fmla="*/ 124 h 162"/>
                  <a:gd name="T50" fmla="*/ 99 w 109"/>
                  <a:gd name="T51" fmla="*/ 132 h 162"/>
                  <a:gd name="T52" fmla="*/ 99 w 109"/>
                  <a:gd name="T53" fmla="*/ 133 h 162"/>
                  <a:gd name="T54" fmla="*/ 99 w 109"/>
                  <a:gd name="T55" fmla="*/ 152 h 162"/>
                  <a:gd name="T56" fmla="*/ 98 w 109"/>
                  <a:gd name="T57" fmla="*/ 153 h 162"/>
                  <a:gd name="T58" fmla="*/ 57 w 109"/>
                  <a:gd name="T59" fmla="*/ 153 h 162"/>
                  <a:gd name="T60" fmla="*/ 53 w 109"/>
                  <a:gd name="T61" fmla="*/ 158 h 162"/>
                  <a:gd name="T62" fmla="*/ 57 w 109"/>
                  <a:gd name="T63" fmla="*/ 162 h 162"/>
                  <a:gd name="T64" fmla="*/ 98 w 109"/>
                  <a:gd name="T65" fmla="*/ 162 h 162"/>
                  <a:gd name="T66" fmla="*/ 109 w 109"/>
                  <a:gd name="T67" fmla="*/ 152 h 162"/>
                  <a:gd name="T68" fmla="*/ 109 w 109"/>
                  <a:gd name="T69" fmla="*/ 133 h 162"/>
                  <a:gd name="T70" fmla="*/ 102 w 109"/>
                  <a:gd name="T71" fmla="*/ 123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9" h="162">
                    <a:moveTo>
                      <a:pt x="102" y="123"/>
                    </a:moveTo>
                    <a:cubicBezTo>
                      <a:pt x="91" y="119"/>
                      <a:pt x="79" y="117"/>
                      <a:pt x="69" y="115"/>
                    </a:cubicBezTo>
                    <a:cubicBezTo>
                      <a:pt x="62" y="114"/>
                      <a:pt x="53" y="112"/>
                      <a:pt x="51" y="110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74" y="104"/>
                      <a:pt x="83" y="97"/>
                      <a:pt x="84" y="96"/>
                    </a:cubicBezTo>
                    <a:cubicBezTo>
                      <a:pt x="85" y="95"/>
                      <a:pt x="86" y="94"/>
                      <a:pt x="85" y="92"/>
                    </a:cubicBezTo>
                    <a:cubicBezTo>
                      <a:pt x="85" y="91"/>
                      <a:pt x="84" y="89"/>
                      <a:pt x="83" y="89"/>
                    </a:cubicBezTo>
                    <a:cubicBezTo>
                      <a:pt x="78" y="86"/>
                      <a:pt x="73" y="65"/>
                      <a:pt x="72" y="47"/>
                    </a:cubicBezTo>
                    <a:cubicBezTo>
                      <a:pt x="72" y="34"/>
                      <a:pt x="67" y="21"/>
                      <a:pt x="57" y="12"/>
                    </a:cubicBezTo>
                    <a:cubicBezTo>
                      <a:pt x="54" y="8"/>
                      <a:pt x="49" y="5"/>
                      <a:pt x="43" y="3"/>
                    </a:cubicBezTo>
                    <a:cubicBezTo>
                      <a:pt x="33" y="0"/>
                      <a:pt x="22" y="0"/>
                      <a:pt x="13" y="4"/>
                    </a:cubicBezTo>
                    <a:cubicBezTo>
                      <a:pt x="9" y="5"/>
                      <a:pt x="5" y="7"/>
                      <a:pt x="2" y="9"/>
                    </a:cubicBezTo>
                    <a:cubicBezTo>
                      <a:pt x="0" y="11"/>
                      <a:pt x="0" y="14"/>
                      <a:pt x="2" y="16"/>
                    </a:cubicBezTo>
                    <a:cubicBezTo>
                      <a:pt x="3" y="18"/>
                      <a:pt x="6" y="18"/>
                      <a:pt x="8" y="17"/>
                    </a:cubicBezTo>
                    <a:cubicBezTo>
                      <a:pt x="10" y="15"/>
                      <a:pt x="13" y="14"/>
                      <a:pt x="16" y="13"/>
                    </a:cubicBezTo>
                    <a:cubicBezTo>
                      <a:pt x="24" y="10"/>
                      <a:pt x="31" y="9"/>
                      <a:pt x="40" y="12"/>
                    </a:cubicBezTo>
                    <a:cubicBezTo>
                      <a:pt x="44" y="14"/>
                      <a:pt x="48" y="16"/>
                      <a:pt x="50" y="19"/>
                    </a:cubicBezTo>
                    <a:cubicBezTo>
                      <a:pt x="50" y="19"/>
                      <a:pt x="50" y="19"/>
                      <a:pt x="51" y="19"/>
                    </a:cubicBezTo>
                    <a:cubicBezTo>
                      <a:pt x="58" y="26"/>
                      <a:pt x="62" y="36"/>
                      <a:pt x="62" y="47"/>
                    </a:cubicBezTo>
                    <a:cubicBezTo>
                      <a:pt x="63" y="55"/>
                      <a:pt x="66" y="80"/>
                      <a:pt x="73" y="91"/>
                    </a:cubicBezTo>
                    <a:cubicBezTo>
                      <a:pt x="68" y="93"/>
                      <a:pt x="60" y="96"/>
                      <a:pt x="47" y="96"/>
                    </a:cubicBezTo>
                    <a:cubicBezTo>
                      <a:pt x="44" y="96"/>
                      <a:pt x="42" y="98"/>
                      <a:pt x="42" y="101"/>
                    </a:cubicBezTo>
                    <a:cubicBezTo>
                      <a:pt x="42" y="112"/>
                      <a:pt x="42" y="112"/>
                      <a:pt x="42" y="112"/>
                    </a:cubicBezTo>
                    <a:cubicBezTo>
                      <a:pt x="42" y="112"/>
                      <a:pt x="42" y="113"/>
                      <a:pt x="42" y="113"/>
                    </a:cubicBezTo>
                    <a:cubicBezTo>
                      <a:pt x="44" y="120"/>
                      <a:pt x="53" y="122"/>
                      <a:pt x="67" y="124"/>
                    </a:cubicBezTo>
                    <a:cubicBezTo>
                      <a:pt x="76" y="126"/>
                      <a:pt x="88" y="128"/>
                      <a:pt x="99" y="132"/>
                    </a:cubicBezTo>
                    <a:cubicBezTo>
                      <a:pt x="99" y="132"/>
                      <a:pt x="99" y="133"/>
                      <a:pt x="99" y="133"/>
                    </a:cubicBezTo>
                    <a:cubicBezTo>
                      <a:pt x="99" y="152"/>
                      <a:pt x="99" y="152"/>
                      <a:pt x="99" y="152"/>
                    </a:cubicBezTo>
                    <a:cubicBezTo>
                      <a:pt x="99" y="152"/>
                      <a:pt x="99" y="153"/>
                      <a:pt x="98" y="153"/>
                    </a:cubicBezTo>
                    <a:cubicBezTo>
                      <a:pt x="57" y="153"/>
                      <a:pt x="57" y="153"/>
                      <a:pt x="57" y="153"/>
                    </a:cubicBezTo>
                    <a:cubicBezTo>
                      <a:pt x="55" y="153"/>
                      <a:pt x="53" y="155"/>
                      <a:pt x="53" y="158"/>
                    </a:cubicBezTo>
                    <a:cubicBezTo>
                      <a:pt x="53" y="160"/>
                      <a:pt x="55" y="162"/>
                      <a:pt x="57" y="162"/>
                    </a:cubicBezTo>
                    <a:cubicBezTo>
                      <a:pt x="98" y="162"/>
                      <a:pt x="98" y="162"/>
                      <a:pt x="98" y="162"/>
                    </a:cubicBezTo>
                    <a:cubicBezTo>
                      <a:pt x="104" y="162"/>
                      <a:pt x="109" y="158"/>
                      <a:pt x="109" y="152"/>
                    </a:cubicBezTo>
                    <a:cubicBezTo>
                      <a:pt x="109" y="133"/>
                      <a:pt x="109" y="133"/>
                      <a:pt x="109" y="133"/>
                    </a:cubicBezTo>
                    <a:cubicBezTo>
                      <a:pt x="109" y="129"/>
                      <a:pt x="106" y="125"/>
                      <a:pt x="102" y="12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vert="horz" wrap="square" lIns="80682" tIns="40341" rIns="80682" bIns="40341" numCol="1" anchor="t" anchorCtr="0" compatLnSpc="1"/>
              <a:lstStyle/>
              <a:p>
                <a:endParaRPr lang="en-US" sz="1590"/>
              </a:p>
            </p:txBody>
          </p:sp>
          <p:sp>
            <p:nvSpPr>
              <p:cNvPr id="20" name="Freeform 371">
                <a:extLst>
                  <a:ext uri="{FF2B5EF4-FFF2-40B4-BE49-F238E27FC236}">
                    <a16:creationId xmlns:a16="http://schemas.microsoft.com/office/drawing/2014/main" id="{090CE427-8862-7208-B287-866CC76382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62734" y="1054252"/>
                <a:ext cx="398459" cy="395288"/>
              </a:xfrm>
              <a:custGeom>
                <a:avLst/>
                <a:gdLst>
                  <a:gd name="T0" fmla="*/ 166 w 173"/>
                  <a:gd name="T1" fmla="*/ 131 h 172"/>
                  <a:gd name="T2" fmla="*/ 111 w 173"/>
                  <a:gd name="T3" fmla="*/ 104 h 172"/>
                  <a:gd name="T4" fmla="*/ 111 w 173"/>
                  <a:gd name="T5" fmla="*/ 99 h 172"/>
                  <a:gd name="T6" fmla="*/ 123 w 173"/>
                  <a:gd name="T7" fmla="*/ 77 h 172"/>
                  <a:gd name="T8" fmla="*/ 129 w 173"/>
                  <a:gd name="T9" fmla="*/ 63 h 172"/>
                  <a:gd name="T10" fmla="*/ 126 w 173"/>
                  <a:gd name="T11" fmla="*/ 53 h 172"/>
                  <a:gd name="T12" fmla="*/ 126 w 173"/>
                  <a:gd name="T13" fmla="*/ 37 h 172"/>
                  <a:gd name="T14" fmla="*/ 86 w 173"/>
                  <a:gd name="T15" fmla="*/ 0 h 172"/>
                  <a:gd name="T16" fmla="*/ 47 w 173"/>
                  <a:gd name="T17" fmla="*/ 37 h 172"/>
                  <a:gd name="T18" fmla="*/ 47 w 173"/>
                  <a:gd name="T19" fmla="*/ 53 h 172"/>
                  <a:gd name="T20" fmla="*/ 44 w 173"/>
                  <a:gd name="T21" fmla="*/ 63 h 172"/>
                  <a:gd name="T22" fmla="*/ 50 w 173"/>
                  <a:gd name="T23" fmla="*/ 77 h 172"/>
                  <a:gd name="T24" fmla="*/ 62 w 173"/>
                  <a:gd name="T25" fmla="*/ 99 h 172"/>
                  <a:gd name="T26" fmla="*/ 62 w 173"/>
                  <a:gd name="T27" fmla="*/ 104 h 172"/>
                  <a:gd name="T28" fmla="*/ 7 w 173"/>
                  <a:gd name="T29" fmla="*/ 131 h 172"/>
                  <a:gd name="T30" fmla="*/ 0 w 173"/>
                  <a:gd name="T31" fmla="*/ 141 h 172"/>
                  <a:gd name="T32" fmla="*/ 0 w 173"/>
                  <a:gd name="T33" fmla="*/ 162 h 172"/>
                  <a:gd name="T34" fmla="*/ 11 w 173"/>
                  <a:gd name="T35" fmla="*/ 172 h 172"/>
                  <a:gd name="T36" fmla="*/ 162 w 173"/>
                  <a:gd name="T37" fmla="*/ 172 h 172"/>
                  <a:gd name="T38" fmla="*/ 173 w 173"/>
                  <a:gd name="T39" fmla="*/ 162 h 172"/>
                  <a:gd name="T40" fmla="*/ 173 w 173"/>
                  <a:gd name="T41" fmla="*/ 141 h 172"/>
                  <a:gd name="T42" fmla="*/ 166 w 173"/>
                  <a:gd name="T43" fmla="*/ 131 h 172"/>
                  <a:gd name="T44" fmla="*/ 163 w 173"/>
                  <a:gd name="T45" fmla="*/ 162 h 172"/>
                  <a:gd name="T46" fmla="*/ 162 w 173"/>
                  <a:gd name="T47" fmla="*/ 163 h 172"/>
                  <a:gd name="T48" fmla="*/ 11 w 173"/>
                  <a:gd name="T49" fmla="*/ 163 h 172"/>
                  <a:gd name="T50" fmla="*/ 10 w 173"/>
                  <a:gd name="T51" fmla="*/ 162 h 172"/>
                  <a:gd name="T52" fmla="*/ 10 w 173"/>
                  <a:gd name="T53" fmla="*/ 141 h 172"/>
                  <a:gd name="T54" fmla="*/ 10 w 173"/>
                  <a:gd name="T55" fmla="*/ 140 h 172"/>
                  <a:gd name="T56" fmla="*/ 71 w 173"/>
                  <a:gd name="T57" fmla="*/ 106 h 172"/>
                  <a:gd name="T58" fmla="*/ 71 w 173"/>
                  <a:gd name="T59" fmla="*/ 105 h 172"/>
                  <a:gd name="T60" fmla="*/ 71 w 173"/>
                  <a:gd name="T61" fmla="*/ 97 h 172"/>
                  <a:gd name="T62" fmla="*/ 70 w 173"/>
                  <a:gd name="T63" fmla="*/ 93 h 172"/>
                  <a:gd name="T64" fmla="*/ 59 w 173"/>
                  <a:gd name="T65" fmla="*/ 73 h 172"/>
                  <a:gd name="T66" fmla="*/ 57 w 173"/>
                  <a:gd name="T67" fmla="*/ 70 h 172"/>
                  <a:gd name="T68" fmla="*/ 53 w 173"/>
                  <a:gd name="T69" fmla="*/ 63 h 172"/>
                  <a:gd name="T70" fmla="*/ 55 w 173"/>
                  <a:gd name="T71" fmla="*/ 58 h 172"/>
                  <a:gd name="T72" fmla="*/ 56 w 173"/>
                  <a:gd name="T73" fmla="*/ 55 h 172"/>
                  <a:gd name="T74" fmla="*/ 56 w 173"/>
                  <a:gd name="T75" fmla="*/ 37 h 172"/>
                  <a:gd name="T76" fmla="*/ 86 w 173"/>
                  <a:gd name="T77" fmla="*/ 9 h 172"/>
                  <a:gd name="T78" fmla="*/ 116 w 173"/>
                  <a:gd name="T79" fmla="*/ 37 h 172"/>
                  <a:gd name="T80" fmla="*/ 116 w 173"/>
                  <a:gd name="T81" fmla="*/ 55 h 172"/>
                  <a:gd name="T82" fmla="*/ 118 w 173"/>
                  <a:gd name="T83" fmla="*/ 58 h 172"/>
                  <a:gd name="T84" fmla="*/ 119 w 173"/>
                  <a:gd name="T85" fmla="*/ 63 h 172"/>
                  <a:gd name="T86" fmla="*/ 116 w 173"/>
                  <a:gd name="T87" fmla="*/ 70 h 172"/>
                  <a:gd name="T88" fmla="*/ 114 w 173"/>
                  <a:gd name="T89" fmla="*/ 73 h 172"/>
                  <a:gd name="T90" fmla="*/ 103 w 173"/>
                  <a:gd name="T91" fmla="*/ 93 h 172"/>
                  <a:gd name="T92" fmla="*/ 102 w 173"/>
                  <a:gd name="T93" fmla="*/ 97 h 172"/>
                  <a:gd name="T94" fmla="*/ 102 w 173"/>
                  <a:gd name="T95" fmla="*/ 105 h 172"/>
                  <a:gd name="T96" fmla="*/ 102 w 173"/>
                  <a:gd name="T97" fmla="*/ 106 h 172"/>
                  <a:gd name="T98" fmla="*/ 162 w 173"/>
                  <a:gd name="T99" fmla="*/ 140 h 172"/>
                  <a:gd name="T100" fmla="*/ 163 w 173"/>
                  <a:gd name="T101" fmla="*/ 141 h 172"/>
                  <a:gd name="T102" fmla="*/ 163 w 173"/>
                  <a:gd name="T103" fmla="*/ 16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73" h="172">
                    <a:moveTo>
                      <a:pt x="166" y="131"/>
                    </a:moveTo>
                    <a:cubicBezTo>
                      <a:pt x="121" y="114"/>
                      <a:pt x="113" y="106"/>
                      <a:pt x="111" y="104"/>
                    </a:cubicBezTo>
                    <a:cubicBezTo>
                      <a:pt x="111" y="99"/>
                      <a:pt x="111" y="99"/>
                      <a:pt x="111" y="99"/>
                    </a:cubicBezTo>
                    <a:cubicBezTo>
                      <a:pt x="116" y="93"/>
                      <a:pt x="120" y="86"/>
                      <a:pt x="123" y="77"/>
                    </a:cubicBezTo>
                    <a:cubicBezTo>
                      <a:pt x="127" y="74"/>
                      <a:pt x="129" y="69"/>
                      <a:pt x="129" y="63"/>
                    </a:cubicBezTo>
                    <a:cubicBezTo>
                      <a:pt x="129" y="60"/>
                      <a:pt x="128" y="56"/>
                      <a:pt x="126" y="53"/>
                    </a:cubicBezTo>
                    <a:cubicBezTo>
                      <a:pt x="126" y="37"/>
                      <a:pt x="126" y="37"/>
                      <a:pt x="126" y="37"/>
                    </a:cubicBezTo>
                    <a:cubicBezTo>
                      <a:pt x="126" y="13"/>
                      <a:pt x="112" y="0"/>
                      <a:pt x="86" y="0"/>
                    </a:cubicBezTo>
                    <a:cubicBezTo>
                      <a:pt x="62" y="0"/>
                      <a:pt x="47" y="14"/>
                      <a:pt x="47" y="37"/>
                    </a:cubicBezTo>
                    <a:cubicBezTo>
                      <a:pt x="47" y="53"/>
                      <a:pt x="47" y="53"/>
                      <a:pt x="47" y="53"/>
                    </a:cubicBezTo>
                    <a:cubicBezTo>
                      <a:pt x="45" y="56"/>
                      <a:pt x="44" y="60"/>
                      <a:pt x="44" y="63"/>
                    </a:cubicBezTo>
                    <a:cubicBezTo>
                      <a:pt x="44" y="69"/>
                      <a:pt x="46" y="74"/>
                      <a:pt x="50" y="77"/>
                    </a:cubicBezTo>
                    <a:cubicBezTo>
                      <a:pt x="53" y="86"/>
                      <a:pt x="57" y="93"/>
                      <a:pt x="62" y="99"/>
                    </a:cubicBezTo>
                    <a:cubicBezTo>
                      <a:pt x="62" y="104"/>
                      <a:pt x="62" y="104"/>
                      <a:pt x="62" y="104"/>
                    </a:cubicBezTo>
                    <a:cubicBezTo>
                      <a:pt x="60" y="106"/>
                      <a:pt x="52" y="114"/>
                      <a:pt x="7" y="131"/>
                    </a:cubicBezTo>
                    <a:cubicBezTo>
                      <a:pt x="3" y="133"/>
                      <a:pt x="0" y="137"/>
                      <a:pt x="0" y="141"/>
                    </a:cubicBezTo>
                    <a:cubicBezTo>
                      <a:pt x="0" y="162"/>
                      <a:pt x="0" y="162"/>
                      <a:pt x="0" y="162"/>
                    </a:cubicBezTo>
                    <a:cubicBezTo>
                      <a:pt x="0" y="168"/>
                      <a:pt x="5" y="172"/>
                      <a:pt x="11" y="172"/>
                    </a:cubicBezTo>
                    <a:cubicBezTo>
                      <a:pt x="162" y="172"/>
                      <a:pt x="162" y="172"/>
                      <a:pt x="162" y="172"/>
                    </a:cubicBezTo>
                    <a:cubicBezTo>
                      <a:pt x="168" y="172"/>
                      <a:pt x="173" y="168"/>
                      <a:pt x="173" y="162"/>
                    </a:cubicBezTo>
                    <a:cubicBezTo>
                      <a:pt x="173" y="141"/>
                      <a:pt x="173" y="141"/>
                      <a:pt x="173" y="141"/>
                    </a:cubicBezTo>
                    <a:cubicBezTo>
                      <a:pt x="173" y="137"/>
                      <a:pt x="170" y="133"/>
                      <a:pt x="166" y="131"/>
                    </a:cubicBezTo>
                    <a:close/>
                    <a:moveTo>
                      <a:pt x="163" y="162"/>
                    </a:moveTo>
                    <a:cubicBezTo>
                      <a:pt x="163" y="162"/>
                      <a:pt x="163" y="163"/>
                      <a:pt x="162" y="163"/>
                    </a:cubicBezTo>
                    <a:cubicBezTo>
                      <a:pt x="11" y="163"/>
                      <a:pt x="11" y="163"/>
                      <a:pt x="11" y="163"/>
                    </a:cubicBezTo>
                    <a:cubicBezTo>
                      <a:pt x="10" y="163"/>
                      <a:pt x="10" y="162"/>
                      <a:pt x="10" y="162"/>
                    </a:cubicBezTo>
                    <a:cubicBezTo>
                      <a:pt x="10" y="141"/>
                      <a:pt x="10" y="141"/>
                      <a:pt x="10" y="141"/>
                    </a:cubicBezTo>
                    <a:cubicBezTo>
                      <a:pt x="10" y="141"/>
                      <a:pt x="10" y="140"/>
                      <a:pt x="10" y="140"/>
                    </a:cubicBezTo>
                    <a:cubicBezTo>
                      <a:pt x="61" y="121"/>
                      <a:pt x="69" y="112"/>
                      <a:pt x="71" y="106"/>
                    </a:cubicBezTo>
                    <a:cubicBezTo>
                      <a:pt x="71" y="106"/>
                      <a:pt x="71" y="106"/>
                      <a:pt x="71" y="105"/>
                    </a:cubicBezTo>
                    <a:cubicBezTo>
                      <a:pt x="71" y="97"/>
                      <a:pt x="71" y="97"/>
                      <a:pt x="71" y="97"/>
                    </a:cubicBezTo>
                    <a:cubicBezTo>
                      <a:pt x="71" y="96"/>
                      <a:pt x="71" y="94"/>
                      <a:pt x="70" y="93"/>
                    </a:cubicBezTo>
                    <a:cubicBezTo>
                      <a:pt x="65" y="88"/>
                      <a:pt x="61" y="81"/>
                      <a:pt x="59" y="73"/>
                    </a:cubicBezTo>
                    <a:cubicBezTo>
                      <a:pt x="59" y="72"/>
                      <a:pt x="58" y="71"/>
                      <a:pt x="57" y="70"/>
                    </a:cubicBezTo>
                    <a:cubicBezTo>
                      <a:pt x="55" y="69"/>
                      <a:pt x="53" y="66"/>
                      <a:pt x="53" y="63"/>
                    </a:cubicBezTo>
                    <a:cubicBezTo>
                      <a:pt x="53" y="61"/>
                      <a:pt x="54" y="59"/>
                      <a:pt x="55" y="58"/>
                    </a:cubicBezTo>
                    <a:cubicBezTo>
                      <a:pt x="56" y="57"/>
                      <a:pt x="56" y="56"/>
                      <a:pt x="56" y="55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19"/>
                      <a:pt x="67" y="9"/>
                      <a:pt x="86" y="9"/>
                    </a:cubicBezTo>
                    <a:cubicBezTo>
                      <a:pt x="106" y="9"/>
                      <a:pt x="116" y="19"/>
                      <a:pt x="116" y="37"/>
                    </a:cubicBezTo>
                    <a:cubicBezTo>
                      <a:pt x="116" y="55"/>
                      <a:pt x="116" y="55"/>
                      <a:pt x="116" y="55"/>
                    </a:cubicBezTo>
                    <a:cubicBezTo>
                      <a:pt x="116" y="56"/>
                      <a:pt x="117" y="57"/>
                      <a:pt x="118" y="58"/>
                    </a:cubicBezTo>
                    <a:cubicBezTo>
                      <a:pt x="118" y="59"/>
                      <a:pt x="119" y="61"/>
                      <a:pt x="119" y="63"/>
                    </a:cubicBezTo>
                    <a:cubicBezTo>
                      <a:pt x="119" y="66"/>
                      <a:pt x="118" y="69"/>
                      <a:pt x="116" y="70"/>
                    </a:cubicBezTo>
                    <a:cubicBezTo>
                      <a:pt x="115" y="71"/>
                      <a:pt x="114" y="72"/>
                      <a:pt x="114" y="73"/>
                    </a:cubicBezTo>
                    <a:cubicBezTo>
                      <a:pt x="112" y="81"/>
                      <a:pt x="108" y="88"/>
                      <a:pt x="103" y="93"/>
                    </a:cubicBezTo>
                    <a:cubicBezTo>
                      <a:pt x="102" y="94"/>
                      <a:pt x="102" y="96"/>
                      <a:pt x="102" y="97"/>
                    </a:cubicBezTo>
                    <a:cubicBezTo>
                      <a:pt x="102" y="105"/>
                      <a:pt x="102" y="105"/>
                      <a:pt x="102" y="105"/>
                    </a:cubicBezTo>
                    <a:cubicBezTo>
                      <a:pt x="102" y="106"/>
                      <a:pt x="102" y="106"/>
                      <a:pt x="102" y="106"/>
                    </a:cubicBezTo>
                    <a:cubicBezTo>
                      <a:pt x="104" y="112"/>
                      <a:pt x="112" y="121"/>
                      <a:pt x="162" y="140"/>
                    </a:cubicBezTo>
                    <a:cubicBezTo>
                      <a:pt x="163" y="140"/>
                      <a:pt x="163" y="141"/>
                      <a:pt x="163" y="141"/>
                    </a:cubicBezTo>
                    <a:lnTo>
                      <a:pt x="163" y="162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vert="horz" wrap="square" lIns="80682" tIns="40341" rIns="80682" bIns="40341" numCol="1" anchor="t" anchorCtr="0" compatLnSpc="1"/>
              <a:lstStyle/>
              <a:p>
                <a:endParaRPr lang="en-US" sz="1590"/>
              </a:p>
            </p:txBody>
          </p:sp>
        </p:grpSp>
      </p:grp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750B3977-D811-5254-0AB4-86BD0FDFA50C}"/>
              </a:ext>
            </a:extLst>
          </p:cNvPr>
          <p:cNvSpPr txBox="1"/>
          <p:nvPr/>
        </p:nvSpPr>
        <p:spPr>
          <a:xfrm>
            <a:off x="4142185" y="2167995"/>
            <a:ext cx="2629349" cy="76590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/>
                <a:cs typeface="Calibri" panose="020F0502020204030204"/>
              </a:rPr>
              <a:t>Presentation/Product Development</a:t>
            </a:r>
          </a:p>
          <a:p>
            <a:pPr marL="0" indent="0" fontAlgn="base">
              <a:spcBef>
                <a:spcPts val="0"/>
              </a:spcBef>
              <a:spcAft>
                <a:spcPts val="400"/>
              </a:spcAft>
              <a:buClr>
                <a:srgbClr val="81BC00"/>
              </a:buClr>
              <a:buSzTx/>
              <a:buNone/>
              <a:defRPr/>
            </a:pPr>
            <a:r>
              <a:rPr lang="en-US" sz="1400" b="1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March 26</a:t>
            </a:r>
            <a:r>
              <a:rPr lang="en-US" sz="1400" b="1" baseline="30000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th</a:t>
            </a:r>
            <a:r>
              <a:rPr lang="en-US" sz="1400" b="1" dirty="0">
                <a:solidFill>
                  <a:srgbClr val="26890D"/>
                </a:solidFill>
                <a:latin typeface="Calibri" panose="020F0502020204030204"/>
                <a:ea typeface="Open Sans"/>
                <a:cs typeface="Calibri" panose="020F0502020204030204"/>
              </a:rPr>
              <a:t> 2025</a:t>
            </a:r>
            <a:endParaRPr lang="en-US" sz="1400" b="1" i="0" u="none" strike="noStrike" kern="1200" cap="none" spc="0" normalizeH="0" baseline="0" noProof="0" dirty="0">
              <a:ln>
                <a:noFill/>
              </a:ln>
              <a:solidFill>
                <a:srgbClr val="26890D"/>
              </a:solidFill>
              <a:effectLst/>
              <a:uLnTx/>
              <a:uFillTx/>
              <a:latin typeface="Calibri" panose="020F0502020204030204" pitchFamily="34" charset="0"/>
              <a:ea typeface="Open Sans" charset="0"/>
              <a:cs typeface="Calibri" panose="020F0502020204030204" pitchFamily="34" charset="0"/>
            </a:endParaRPr>
          </a:p>
        </p:txBody>
      </p:sp>
      <p:sp>
        <p:nvSpPr>
          <p:cNvPr id="22" name="Freeform 792">
            <a:extLst>
              <a:ext uri="{FF2B5EF4-FFF2-40B4-BE49-F238E27FC236}">
                <a16:creationId xmlns:a16="http://schemas.microsoft.com/office/drawing/2014/main" id="{39D777C4-FFB4-F1D4-2A2F-7DECC08FCC1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528142" y="2168546"/>
            <a:ext cx="614043" cy="614043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163 w 512"/>
              <a:gd name="T11" fmla="*/ 184 h 512"/>
              <a:gd name="T12" fmla="*/ 248 w 512"/>
              <a:gd name="T13" fmla="*/ 99 h 512"/>
              <a:gd name="T14" fmla="*/ 252 w 512"/>
              <a:gd name="T15" fmla="*/ 96 h 512"/>
              <a:gd name="T16" fmla="*/ 260 w 512"/>
              <a:gd name="T17" fmla="*/ 96 h 512"/>
              <a:gd name="T18" fmla="*/ 263 w 512"/>
              <a:gd name="T19" fmla="*/ 99 h 512"/>
              <a:gd name="T20" fmla="*/ 349 w 512"/>
              <a:gd name="T21" fmla="*/ 184 h 512"/>
              <a:gd name="T22" fmla="*/ 349 w 512"/>
              <a:gd name="T23" fmla="*/ 199 h 512"/>
              <a:gd name="T24" fmla="*/ 341 w 512"/>
              <a:gd name="T25" fmla="*/ 202 h 512"/>
              <a:gd name="T26" fmla="*/ 333 w 512"/>
              <a:gd name="T27" fmla="*/ 199 h 512"/>
              <a:gd name="T28" fmla="*/ 266 w 512"/>
              <a:gd name="T29" fmla="*/ 132 h 512"/>
              <a:gd name="T30" fmla="*/ 266 w 512"/>
              <a:gd name="T31" fmla="*/ 362 h 512"/>
              <a:gd name="T32" fmla="*/ 256 w 512"/>
              <a:gd name="T33" fmla="*/ 373 h 512"/>
              <a:gd name="T34" fmla="*/ 245 w 512"/>
              <a:gd name="T35" fmla="*/ 362 h 512"/>
              <a:gd name="T36" fmla="*/ 245 w 512"/>
              <a:gd name="T37" fmla="*/ 132 h 512"/>
              <a:gd name="T38" fmla="*/ 178 w 512"/>
              <a:gd name="T39" fmla="*/ 199 h 512"/>
              <a:gd name="T40" fmla="*/ 170 w 512"/>
              <a:gd name="T41" fmla="*/ 202 h 512"/>
              <a:gd name="T42" fmla="*/ 163 w 512"/>
              <a:gd name="T43" fmla="*/ 199 h 512"/>
              <a:gd name="T44" fmla="*/ 163 w 512"/>
              <a:gd name="T45" fmla="*/ 184 h 512"/>
              <a:gd name="T46" fmla="*/ 373 w 512"/>
              <a:gd name="T47" fmla="*/ 405 h 512"/>
              <a:gd name="T48" fmla="*/ 362 w 512"/>
              <a:gd name="T49" fmla="*/ 416 h 512"/>
              <a:gd name="T50" fmla="*/ 149 w 512"/>
              <a:gd name="T51" fmla="*/ 416 h 512"/>
              <a:gd name="T52" fmla="*/ 138 w 512"/>
              <a:gd name="T53" fmla="*/ 405 h 512"/>
              <a:gd name="T54" fmla="*/ 138 w 512"/>
              <a:gd name="T55" fmla="*/ 362 h 512"/>
              <a:gd name="T56" fmla="*/ 149 w 512"/>
              <a:gd name="T57" fmla="*/ 352 h 512"/>
              <a:gd name="T58" fmla="*/ 160 w 512"/>
              <a:gd name="T59" fmla="*/ 362 h 512"/>
              <a:gd name="T60" fmla="*/ 160 w 512"/>
              <a:gd name="T61" fmla="*/ 394 h 512"/>
              <a:gd name="T62" fmla="*/ 352 w 512"/>
              <a:gd name="T63" fmla="*/ 394 h 512"/>
              <a:gd name="T64" fmla="*/ 352 w 512"/>
              <a:gd name="T65" fmla="*/ 362 h 512"/>
              <a:gd name="T66" fmla="*/ 362 w 512"/>
              <a:gd name="T67" fmla="*/ 352 h 512"/>
              <a:gd name="T68" fmla="*/ 373 w 512"/>
              <a:gd name="T69" fmla="*/ 362 h 512"/>
              <a:gd name="T70" fmla="*/ 373 w 512"/>
              <a:gd name="T71" fmla="*/ 40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163" y="184"/>
                </a:moveTo>
                <a:cubicBezTo>
                  <a:pt x="248" y="99"/>
                  <a:pt x="248" y="99"/>
                  <a:pt x="248" y="99"/>
                </a:cubicBezTo>
                <a:cubicBezTo>
                  <a:pt x="249" y="98"/>
                  <a:pt x="250" y="97"/>
                  <a:pt x="252" y="96"/>
                </a:cubicBezTo>
                <a:cubicBezTo>
                  <a:pt x="254" y="95"/>
                  <a:pt x="257" y="95"/>
                  <a:pt x="260" y="96"/>
                </a:cubicBezTo>
                <a:cubicBezTo>
                  <a:pt x="261" y="97"/>
                  <a:pt x="262" y="98"/>
                  <a:pt x="263" y="99"/>
                </a:cubicBezTo>
                <a:cubicBezTo>
                  <a:pt x="349" y="184"/>
                  <a:pt x="349" y="184"/>
                  <a:pt x="349" y="184"/>
                </a:cubicBezTo>
                <a:cubicBezTo>
                  <a:pt x="353" y="188"/>
                  <a:pt x="353" y="195"/>
                  <a:pt x="349" y="199"/>
                </a:cubicBezTo>
                <a:cubicBezTo>
                  <a:pt x="346" y="201"/>
                  <a:pt x="344" y="202"/>
                  <a:pt x="341" y="202"/>
                </a:cubicBezTo>
                <a:cubicBezTo>
                  <a:pt x="338" y="202"/>
                  <a:pt x="336" y="201"/>
                  <a:pt x="333" y="199"/>
                </a:cubicBezTo>
                <a:cubicBezTo>
                  <a:pt x="266" y="132"/>
                  <a:pt x="266" y="132"/>
                  <a:pt x="266" y="132"/>
                </a:cubicBezTo>
                <a:cubicBezTo>
                  <a:pt x="266" y="362"/>
                  <a:pt x="266" y="362"/>
                  <a:pt x="266" y="362"/>
                </a:cubicBezTo>
                <a:cubicBezTo>
                  <a:pt x="266" y="368"/>
                  <a:pt x="262" y="373"/>
                  <a:pt x="256" y="373"/>
                </a:cubicBezTo>
                <a:cubicBezTo>
                  <a:pt x="250" y="373"/>
                  <a:pt x="245" y="368"/>
                  <a:pt x="245" y="362"/>
                </a:cubicBezTo>
                <a:cubicBezTo>
                  <a:pt x="245" y="132"/>
                  <a:pt x="245" y="132"/>
                  <a:pt x="245" y="132"/>
                </a:cubicBezTo>
                <a:cubicBezTo>
                  <a:pt x="178" y="199"/>
                  <a:pt x="178" y="199"/>
                  <a:pt x="178" y="199"/>
                </a:cubicBezTo>
                <a:cubicBezTo>
                  <a:pt x="176" y="201"/>
                  <a:pt x="173" y="202"/>
                  <a:pt x="170" y="202"/>
                </a:cubicBezTo>
                <a:cubicBezTo>
                  <a:pt x="168" y="202"/>
                  <a:pt x="165" y="201"/>
                  <a:pt x="163" y="199"/>
                </a:cubicBezTo>
                <a:cubicBezTo>
                  <a:pt x="159" y="195"/>
                  <a:pt x="159" y="188"/>
                  <a:pt x="163" y="184"/>
                </a:cubicBezTo>
                <a:close/>
                <a:moveTo>
                  <a:pt x="373" y="405"/>
                </a:moveTo>
                <a:cubicBezTo>
                  <a:pt x="373" y="411"/>
                  <a:pt x="368" y="416"/>
                  <a:pt x="362" y="416"/>
                </a:cubicBezTo>
                <a:cubicBezTo>
                  <a:pt x="149" y="416"/>
                  <a:pt x="149" y="416"/>
                  <a:pt x="149" y="416"/>
                </a:cubicBezTo>
                <a:cubicBezTo>
                  <a:pt x="143" y="416"/>
                  <a:pt x="138" y="411"/>
                  <a:pt x="138" y="405"/>
                </a:cubicBezTo>
                <a:cubicBezTo>
                  <a:pt x="138" y="362"/>
                  <a:pt x="138" y="362"/>
                  <a:pt x="138" y="362"/>
                </a:cubicBezTo>
                <a:cubicBezTo>
                  <a:pt x="138" y="356"/>
                  <a:pt x="143" y="352"/>
                  <a:pt x="149" y="352"/>
                </a:cubicBezTo>
                <a:cubicBezTo>
                  <a:pt x="155" y="352"/>
                  <a:pt x="160" y="356"/>
                  <a:pt x="160" y="362"/>
                </a:cubicBezTo>
                <a:cubicBezTo>
                  <a:pt x="160" y="394"/>
                  <a:pt x="160" y="394"/>
                  <a:pt x="160" y="394"/>
                </a:cubicBezTo>
                <a:cubicBezTo>
                  <a:pt x="352" y="394"/>
                  <a:pt x="352" y="394"/>
                  <a:pt x="352" y="394"/>
                </a:cubicBezTo>
                <a:cubicBezTo>
                  <a:pt x="352" y="362"/>
                  <a:pt x="352" y="362"/>
                  <a:pt x="352" y="362"/>
                </a:cubicBezTo>
                <a:cubicBezTo>
                  <a:pt x="352" y="356"/>
                  <a:pt x="356" y="352"/>
                  <a:pt x="362" y="352"/>
                </a:cubicBezTo>
                <a:cubicBezTo>
                  <a:pt x="368" y="352"/>
                  <a:pt x="373" y="356"/>
                  <a:pt x="373" y="362"/>
                </a:cubicBezTo>
                <a:lnTo>
                  <a:pt x="373" y="40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/>
          </a:p>
        </p:txBody>
      </p:sp>
      <p:cxnSp>
        <p:nvCxnSpPr>
          <p:cNvPr id="23" name="Straight Connector 25">
            <a:extLst>
              <a:ext uri="{FF2B5EF4-FFF2-40B4-BE49-F238E27FC236}">
                <a16:creationId xmlns:a16="http://schemas.microsoft.com/office/drawing/2014/main" id="{8BB25790-8E58-327E-FF54-D897542869C5}"/>
              </a:ext>
            </a:extLst>
          </p:cNvPr>
          <p:cNvCxnSpPr>
            <a:cxnSpLocks/>
          </p:cNvCxnSpPr>
          <p:nvPr/>
        </p:nvCxnSpPr>
        <p:spPr>
          <a:xfrm>
            <a:off x="5137245" y="3035692"/>
            <a:ext cx="0" cy="874004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63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B113187-C393-2EC8-FB03-31846ECB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Product Concept Demo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879B91-5288-E658-EF0E-FADFDD2C8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43" y="1474556"/>
            <a:ext cx="7990260" cy="549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97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824ED-1A6D-9296-FFC1-A227C891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Thanks for watching!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9656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cdD.GxJe0KX82Q22fIcm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wi3RZRjFEKK3FBc8cWRH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U5f0zVrk6tjBKx9t_SQ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To947Kz0qOUeejxO1O8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Jo9XvLq5Ee8xEOiSzqur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wIhyhnm_kmqk_1ildqcd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gU5eYwPq0SI8BQO79jkA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wF6JfXKWEK8cPdwdcUd6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8P0YijAL0u_XwLOl8mJ9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hGVrDuMPkCZbnuwUmoJH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cdD.GxJe0KX82Q22fIcm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wIhyhnm_kmqk_1ildqcdQ"/>
</p:tagLst>
</file>

<file path=ppt/theme/theme1.xml><?xml version="1.0" encoding="utf-8"?>
<a:theme xmlns:a="http://schemas.openxmlformats.org/drawingml/2006/main" name="Northeastern Brand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268</Words>
  <Application>Microsoft Office PowerPoint</Application>
  <PresentationFormat>宽屏</PresentationFormat>
  <Paragraphs>35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Northeastern Brand Theme</vt:lpstr>
      <vt:lpstr>ConsulAI Project   Mid-week check point</vt:lpstr>
      <vt:lpstr>Project Vision</vt:lpstr>
      <vt:lpstr>Project Highlight</vt:lpstr>
      <vt:lpstr>Technical Feasibility</vt:lpstr>
      <vt:lpstr>Project Milestone</vt:lpstr>
      <vt:lpstr>Product Concept Demo</vt:lpstr>
      <vt:lpstr>Thanks for watching!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Wu</dc:creator>
  <cp:lastModifiedBy>Tong Wu</cp:lastModifiedBy>
  <cp:revision>18</cp:revision>
  <dcterms:created xsi:type="dcterms:W3CDTF">2025-03-23T21:40:26Z</dcterms:created>
  <dcterms:modified xsi:type="dcterms:W3CDTF">2026-04-05T05:03:21Z</dcterms:modified>
</cp:coreProperties>
</file>